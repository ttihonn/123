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62397C-C1EF-42FC-80ED-DB1F4631D80F}" v="216" dt="2025-09-27T14:09:31.275"/>
    <p1510:client id="{7C0DAEE6-B417-4958-8E0B-A93EE6572B5E}" v="120" dt="2025-09-27T14:59:33.801"/>
    <p1510:client id="{7DC84A26-F91A-45C8-924A-810CD5A731C5}" v="1082" dt="2025-09-27T14:54:27.1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geniy Belyakov" userId="367fdb713fe1f8f6" providerId="Windows Live" clId="Web-{7C0DAEE6-B417-4958-8E0B-A93EE6572B5E}"/>
    <pc:docChg chg="addSld delSld modSld">
      <pc:chgData name="Evgeniy Belyakov" userId="367fdb713fe1f8f6" providerId="Windows Live" clId="Web-{7C0DAEE6-B417-4958-8E0B-A93EE6572B5E}" dt="2025-09-27T14:59:32.613" v="102" actId="20577"/>
      <pc:docMkLst>
        <pc:docMk/>
      </pc:docMkLst>
      <pc:sldChg chg="modSp">
        <pc:chgData name="Evgeniy Belyakov" userId="367fdb713fe1f8f6" providerId="Windows Live" clId="Web-{7C0DAEE6-B417-4958-8E0B-A93EE6572B5E}" dt="2025-09-27T14:59:32.613" v="102" actId="20577"/>
        <pc:sldMkLst>
          <pc:docMk/>
          <pc:sldMk cId="0" sldId="257"/>
        </pc:sldMkLst>
        <pc:spChg chg="mod">
          <ac:chgData name="Evgeniy Belyakov" userId="367fdb713fe1f8f6" providerId="Windows Live" clId="Web-{7C0DAEE6-B417-4958-8E0B-A93EE6572B5E}" dt="2025-09-27T14:59:32.613" v="102" actId="20577"/>
          <ac:spMkLst>
            <pc:docMk/>
            <pc:sldMk cId="0" sldId="257"/>
            <ac:spMk id="15" creationId="{00000000-0000-0000-0000-000000000000}"/>
          </ac:spMkLst>
        </pc:spChg>
      </pc:sldChg>
      <pc:sldChg chg="modSp">
        <pc:chgData name="Evgeniy Belyakov" userId="367fdb713fe1f8f6" providerId="Windows Live" clId="Web-{7C0DAEE6-B417-4958-8E0B-A93EE6572B5E}" dt="2025-09-27T14:57:13.510" v="72" actId="20577"/>
        <pc:sldMkLst>
          <pc:docMk/>
          <pc:sldMk cId="0" sldId="264"/>
        </pc:sldMkLst>
        <pc:spChg chg="mod">
          <ac:chgData name="Evgeniy Belyakov" userId="367fdb713fe1f8f6" providerId="Windows Live" clId="Web-{7C0DAEE6-B417-4958-8E0B-A93EE6572B5E}" dt="2025-09-27T14:57:00.462" v="69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Evgeniy Belyakov" userId="367fdb713fe1f8f6" providerId="Windows Live" clId="Web-{7C0DAEE6-B417-4958-8E0B-A93EE6572B5E}" dt="2025-09-27T14:56:03.617" v="26" actId="2057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Evgeniy Belyakov" userId="367fdb713fe1f8f6" providerId="Windows Live" clId="Web-{7C0DAEE6-B417-4958-8E0B-A93EE6572B5E}" dt="2025-09-27T14:56:22.680" v="34" actId="2057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Evgeniy Belyakov" userId="367fdb713fe1f8f6" providerId="Windows Live" clId="Web-{7C0DAEE6-B417-4958-8E0B-A93EE6572B5E}" dt="2025-09-27T14:57:13.510" v="72" actId="20577"/>
          <ac:spMkLst>
            <pc:docMk/>
            <pc:sldMk cId="0" sldId="264"/>
            <ac:spMk id="14" creationId="{00000000-0000-0000-0000-000000000000}"/>
          </ac:spMkLst>
        </pc:spChg>
      </pc:sldChg>
      <pc:sldChg chg="addSp modSp">
        <pc:chgData name="Evgeniy Belyakov" userId="367fdb713fe1f8f6" providerId="Windows Live" clId="Web-{7C0DAEE6-B417-4958-8E0B-A93EE6572B5E}" dt="2025-09-27T14:58:26.899" v="90" actId="14100"/>
        <pc:sldMkLst>
          <pc:docMk/>
          <pc:sldMk cId="0" sldId="265"/>
        </pc:sldMkLst>
        <pc:spChg chg="add mod">
          <ac:chgData name="Evgeniy Belyakov" userId="367fdb713fe1f8f6" providerId="Windows Live" clId="Web-{7C0DAEE6-B417-4958-8E0B-A93EE6572B5E}" dt="2025-09-27T14:57:57.472" v="81" actId="20577"/>
          <ac:spMkLst>
            <pc:docMk/>
            <pc:sldMk cId="0" sldId="265"/>
            <ac:spMk id="10" creationId="{ED3C49E5-2435-9A13-C66F-4DBAC1582A26}"/>
          </ac:spMkLst>
        </pc:spChg>
        <pc:spChg chg="add mod">
          <ac:chgData name="Evgeniy Belyakov" userId="367fdb713fe1f8f6" providerId="Windows Live" clId="Web-{7C0DAEE6-B417-4958-8E0B-A93EE6572B5E}" dt="2025-09-27T14:58:26.899" v="90" actId="14100"/>
          <ac:spMkLst>
            <pc:docMk/>
            <pc:sldMk cId="0" sldId="265"/>
            <ac:spMk id="11" creationId="{7EF697E8-02BA-C942-AECB-822E8D22FD2D}"/>
          </ac:spMkLst>
        </pc:spChg>
      </pc:sldChg>
      <pc:sldChg chg="new del">
        <pc:chgData name="Evgeniy Belyakov" userId="367fdb713fe1f8f6" providerId="Windows Live" clId="Web-{7C0DAEE6-B417-4958-8E0B-A93EE6572B5E}" dt="2025-09-27T14:58:43.934" v="92"/>
        <pc:sldMkLst>
          <pc:docMk/>
          <pc:sldMk cId="2224619158" sldId="266"/>
        </pc:sldMkLst>
      </pc:sldChg>
    </pc:docChg>
  </pc:docChgLst>
  <pc:docChgLst>
    <pc:chgData name="Evgeniy Belyakov" userId="367fdb713fe1f8f6" providerId="Windows Live" clId="Web-{5962397C-C1EF-42FC-80ED-DB1F4631D80F}"/>
    <pc:docChg chg="modSld">
      <pc:chgData name="Evgeniy Belyakov" userId="367fdb713fe1f8f6" providerId="Windows Live" clId="Web-{5962397C-C1EF-42FC-80ED-DB1F4631D80F}" dt="2025-09-27T14:09:31.275" v="200"/>
      <pc:docMkLst>
        <pc:docMk/>
      </pc:docMkLst>
      <pc:sldChg chg="modSp">
        <pc:chgData name="Evgeniy Belyakov" userId="367fdb713fe1f8f6" providerId="Windows Live" clId="Web-{5962397C-C1EF-42FC-80ED-DB1F4631D80F}" dt="2025-09-27T14:05:25.745" v="67" actId="1076"/>
        <pc:sldMkLst>
          <pc:docMk/>
          <pc:sldMk cId="0" sldId="256"/>
        </pc:sldMkLst>
        <pc:spChg chg="mod">
          <ac:chgData name="Evgeniy Belyakov" userId="367fdb713fe1f8f6" providerId="Windows Live" clId="Web-{5962397C-C1EF-42FC-80ED-DB1F4631D80F}" dt="2025-09-27T14:02:56.240" v="13" actId="20577"/>
          <ac:spMkLst>
            <pc:docMk/>
            <pc:sldMk cId="0" sldId="256"/>
            <ac:spMk id="23" creationId="{00000000-0000-0000-0000-000000000000}"/>
          </ac:spMkLst>
        </pc:spChg>
        <pc:spChg chg="mod">
          <ac:chgData name="Evgeniy Belyakov" userId="367fdb713fe1f8f6" providerId="Windows Live" clId="Web-{5962397C-C1EF-42FC-80ED-DB1F4631D80F}" dt="2025-09-27T14:03:11.802" v="25" actId="14100"/>
          <ac:spMkLst>
            <pc:docMk/>
            <pc:sldMk cId="0" sldId="256"/>
            <ac:spMk id="24" creationId="{00000000-0000-0000-0000-000000000000}"/>
          </ac:spMkLst>
        </pc:spChg>
        <pc:spChg chg="mod">
          <ac:chgData name="Evgeniy Belyakov" userId="367fdb713fe1f8f6" providerId="Windows Live" clId="Web-{5962397C-C1EF-42FC-80ED-DB1F4631D80F}" dt="2025-09-27T14:05:17.526" v="66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Evgeniy Belyakov" userId="367fdb713fe1f8f6" providerId="Windows Live" clId="Web-{5962397C-C1EF-42FC-80ED-DB1F4631D80F}" dt="2025-09-27T14:04:54.290" v="57" actId="20577"/>
          <ac:spMkLst>
            <pc:docMk/>
            <pc:sldMk cId="0" sldId="256"/>
            <ac:spMk id="26" creationId="{00000000-0000-0000-0000-000000000000}"/>
          </ac:spMkLst>
        </pc:spChg>
        <pc:spChg chg="mod">
          <ac:chgData name="Evgeniy Belyakov" userId="367fdb713fe1f8f6" providerId="Windows Live" clId="Web-{5962397C-C1EF-42FC-80ED-DB1F4631D80F}" dt="2025-09-27T14:05:25.745" v="67" actId="1076"/>
          <ac:spMkLst>
            <pc:docMk/>
            <pc:sldMk cId="0" sldId="256"/>
            <ac:spMk id="27" creationId="{00000000-0000-0000-0000-000000000000}"/>
          </ac:spMkLst>
        </pc:spChg>
      </pc:sldChg>
      <pc:sldChg chg="addSp delSp modSp">
        <pc:chgData name="Evgeniy Belyakov" userId="367fdb713fe1f8f6" providerId="Windows Live" clId="Web-{5962397C-C1EF-42FC-80ED-DB1F4631D80F}" dt="2025-09-27T14:09:31.275" v="200"/>
        <pc:sldMkLst>
          <pc:docMk/>
          <pc:sldMk cId="0" sldId="257"/>
        </pc:sldMkLst>
        <pc:spChg chg="mod">
          <ac:chgData name="Evgeniy Belyakov" userId="367fdb713fe1f8f6" providerId="Windows Live" clId="Web-{5962397C-C1EF-42FC-80ED-DB1F4631D80F}" dt="2025-09-27T14:09:17.556" v="198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Evgeniy Belyakov" userId="367fdb713fe1f8f6" providerId="Windows Live" clId="Web-{5962397C-C1EF-42FC-80ED-DB1F4631D80F}" dt="2025-09-27T14:05:57.264" v="80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Evgeniy Belyakov" userId="367fdb713fe1f8f6" providerId="Windows Live" clId="Web-{5962397C-C1EF-42FC-80ED-DB1F4631D80F}" dt="2025-09-27T14:07:06.502" v="113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Evgeniy Belyakov" userId="367fdb713fe1f8f6" providerId="Windows Live" clId="Web-{5962397C-C1EF-42FC-80ED-DB1F4631D80F}" dt="2025-09-27T14:06:17.031" v="99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Evgeniy Belyakov" userId="367fdb713fe1f8f6" providerId="Windows Live" clId="Web-{5962397C-C1EF-42FC-80ED-DB1F4631D80F}" dt="2025-09-27T14:08:17.819" v="156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Evgeniy Belyakov" userId="367fdb713fe1f8f6" providerId="Windows Live" clId="Web-{5962397C-C1EF-42FC-80ED-DB1F4631D80F}" dt="2025-09-27T14:09:13.462" v="197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Evgeniy Belyakov" userId="367fdb713fe1f8f6" providerId="Windows Live" clId="Web-{5962397C-C1EF-42FC-80ED-DB1F4631D80F}" dt="2025-09-27T14:09:08.352" v="196" actId="20577"/>
          <ac:spMkLst>
            <pc:docMk/>
            <pc:sldMk cId="0" sldId="257"/>
            <ac:spMk id="16" creationId="{00000000-0000-0000-0000-000000000000}"/>
          </ac:spMkLst>
        </pc:spChg>
        <pc:spChg chg="del">
          <ac:chgData name="Evgeniy Belyakov" userId="367fdb713fe1f8f6" providerId="Windows Live" clId="Web-{5962397C-C1EF-42FC-80ED-DB1F4631D80F}" dt="2025-09-27T14:05:37.575" v="68"/>
          <ac:spMkLst>
            <pc:docMk/>
            <pc:sldMk cId="0" sldId="257"/>
            <ac:spMk id="17" creationId="{00000000-0000-0000-0000-000000000000}"/>
          </ac:spMkLst>
        </pc:spChg>
        <pc:spChg chg="mod">
          <ac:chgData name="Evgeniy Belyakov" userId="367fdb713fe1f8f6" providerId="Windows Live" clId="Web-{5962397C-C1EF-42FC-80ED-DB1F4631D80F}" dt="2025-09-27T14:08:38.242" v="160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Evgeniy Belyakov" userId="367fdb713fe1f8f6" providerId="Windows Live" clId="Web-{5962397C-C1EF-42FC-80ED-DB1F4631D80F}" dt="2025-09-27T14:08:41.335" v="161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Evgeniy Belyakov" userId="367fdb713fe1f8f6" providerId="Windows Live" clId="Web-{5962397C-C1EF-42FC-80ED-DB1F4631D80F}" dt="2025-09-27T14:07:30.176" v="122" actId="20577"/>
          <ac:spMkLst>
            <pc:docMk/>
            <pc:sldMk cId="0" sldId="257"/>
            <ac:spMk id="21" creationId="{00000000-0000-0000-0000-000000000000}"/>
          </ac:spMkLst>
        </pc:spChg>
        <pc:spChg chg="del mod">
          <ac:chgData name="Evgeniy Belyakov" userId="367fdb713fe1f8f6" providerId="Windows Live" clId="Web-{5962397C-C1EF-42FC-80ED-DB1F4631D80F}" dt="2025-09-27T14:07:56.177" v="137"/>
          <ac:spMkLst>
            <pc:docMk/>
            <pc:sldMk cId="0" sldId="257"/>
            <ac:spMk id="22" creationId="{00000000-0000-0000-0000-000000000000}"/>
          </ac:spMkLst>
        </pc:spChg>
        <pc:spChg chg="mod">
          <ac:chgData name="Evgeniy Belyakov" userId="367fdb713fe1f8f6" providerId="Windows Live" clId="Web-{5962397C-C1EF-42FC-80ED-DB1F4631D80F}" dt="2025-09-27T14:08:04.131" v="138" actId="1076"/>
          <ac:spMkLst>
            <pc:docMk/>
            <pc:sldMk cId="0" sldId="257"/>
            <ac:spMk id="23" creationId="{00000000-0000-0000-0000-000000000000}"/>
          </ac:spMkLst>
        </pc:spChg>
        <pc:spChg chg="add del">
          <ac:chgData name="Evgeniy Belyakov" userId="367fdb713fe1f8f6" providerId="Windows Live" clId="Web-{5962397C-C1EF-42FC-80ED-DB1F4631D80F}" dt="2025-09-27T14:09:31.275" v="200"/>
          <ac:spMkLst>
            <pc:docMk/>
            <pc:sldMk cId="0" sldId="257"/>
            <ac:spMk id="26" creationId="{83C32E1C-C6E2-F526-68D3-1FAB7FF49640}"/>
          </ac:spMkLst>
        </pc:spChg>
        <pc:picChg chg="mod">
          <ac:chgData name="Evgeniy Belyakov" userId="367fdb713fe1f8f6" providerId="Windows Live" clId="Web-{5962397C-C1EF-42FC-80ED-DB1F4631D80F}" dt="2025-09-27T14:06:44.064" v="107" actId="1076"/>
          <ac:picMkLst>
            <pc:docMk/>
            <pc:sldMk cId="0" sldId="257"/>
            <ac:picMk id="8" creationId="{00000000-0000-0000-0000-000000000000}"/>
          </ac:picMkLst>
        </pc:picChg>
        <pc:picChg chg="mod">
          <ac:chgData name="Evgeniy Belyakov" userId="367fdb713fe1f8f6" providerId="Windows Live" clId="Web-{5962397C-C1EF-42FC-80ED-DB1F4631D80F}" dt="2025-09-27T14:06:48.173" v="108" actId="1076"/>
          <ac:picMkLst>
            <pc:docMk/>
            <pc:sldMk cId="0" sldId="257"/>
            <ac:picMk id="9" creationId="{00000000-0000-0000-0000-000000000000}"/>
          </ac:picMkLst>
        </pc:picChg>
        <pc:picChg chg="add mod">
          <ac:chgData name="Evgeniy Belyakov" userId="367fdb713fe1f8f6" providerId="Windows Live" clId="Web-{5962397C-C1EF-42FC-80ED-DB1F4631D80F}" dt="2025-09-27T14:06:54.283" v="110" actId="1076"/>
          <ac:picMkLst>
            <pc:docMk/>
            <pc:sldMk cId="0" sldId="257"/>
            <ac:picMk id="24" creationId="{EEFF0B95-2215-8A54-3E94-2D0BFD65F3E1}"/>
          </ac:picMkLst>
        </pc:picChg>
        <pc:picChg chg="add mod">
          <ac:chgData name="Evgeniy Belyakov" userId="367fdb713fe1f8f6" providerId="Windows Live" clId="Web-{5962397C-C1EF-42FC-80ED-DB1F4631D80F}" dt="2025-09-27T14:07:00.940" v="112" actId="1076"/>
          <ac:picMkLst>
            <pc:docMk/>
            <pc:sldMk cId="0" sldId="257"/>
            <ac:picMk id="25" creationId="{78CF379A-E61F-CF6C-B6C3-D7E26F2D3EE4}"/>
          </ac:picMkLst>
        </pc:picChg>
      </pc:sldChg>
    </pc:docChg>
  </pc:docChgLst>
  <pc:docChgLst>
    <pc:chgData name="Evgeniy Belyakov" userId="367fdb713fe1f8f6" providerId="Windows Live" clId="Web-{7DC84A26-F91A-45C8-924A-810CD5A731C5}"/>
    <pc:docChg chg="delSld modSld">
      <pc:chgData name="Evgeniy Belyakov" userId="367fdb713fe1f8f6" providerId="Windows Live" clId="Web-{7DC84A26-F91A-45C8-924A-810CD5A731C5}" dt="2025-09-27T14:54:27.109" v="852" actId="20577"/>
      <pc:docMkLst>
        <pc:docMk/>
      </pc:docMkLst>
      <pc:sldChg chg="addSp delSp modSp">
        <pc:chgData name="Evgeniy Belyakov" userId="367fdb713fe1f8f6" providerId="Windows Live" clId="Web-{7DC84A26-F91A-45C8-924A-810CD5A731C5}" dt="2025-09-27T14:46:58.030" v="600" actId="1076"/>
        <pc:sldMkLst>
          <pc:docMk/>
          <pc:sldMk cId="0" sldId="257"/>
        </pc:sldMkLst>
        <pc:spChg chg="mod">
          <ac:chgData name="Evgeniy Belyakov" userId="367fdb713fe1f8f6" providerId="Windows Live" clId="Web-{7DC84A26-F91A-45C8-924A-810CD5A731C5}" dt="2025-09-27T14:30:20.324" v="405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29:12.964" v="397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24:27.115" v="320" actId="20577"/>
          <ac:spMkLst>
            <pc:docMk/>
            <pc:sldMk cId="0" sldId="257"/>
            <ac:spMk id="16" creationId="{00000000-0000-0000-0000-000000000000}"/>
          </ac:spMkLst>
        </pc:spChg>
        <pc:spChg chg="add mod">
          <ac:chgData name="Evgeniy Belyakov" userId="367fdb713fe1f8f6" providerId="Windows Live" clId="Web-{7DC84A26-F91A-45C8-924A-810CD5A731C5}" dt="2025-09-27T14:10:00.823" v="3" actId="1076"/>
          <ac:spMkLst>
            <pc:docMk/>
            <pc:sldMk cId="0" sldId="257"/>
            <ac:spMk id="17" creationId="{248A2C8B-E039-E6C5-595F-9685CE6B426C}"/>
          </ac:spMkLst>
        </pc:spChg>
        <pc:spChg chg="mod">
          <ac:chgData name="Evgeniy Belyakov" userId="367fdb713fe1f8f6" providerId="Windows Live" clId="Web-{7DC84A26-F91A-45C8-924A-810CD5A731C5}" dt="2025-09-27T14:28:10.151" v="376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23:14.473" v="306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12:03.465" v="38" actId="1076"/>
          <ac:spMkLst>
            <pc:docMk/>
            <pc:sldMk cId="0" sldId="257"/>
            <ac:spMk id="21" creationId="{00000000-0000-0000-0000-000000000000}"/>
          </ac:spMkLst>
        </pc:spChg>
        <pc:spChg chg="add">
          <ac:chgData name="Evgeniy Belyakov" userId="367fdb713fe1f8f6" providerId="Windows Live" clId="Web-{7DC84A26-F91A-45C8-924A-810CD5A731C5}" dt="2025-09-27T14:10:04.979" v="4"/>
          <ac:spMkLst>
            <pc:docMk/>
            <pc:sldMk cId="0" sldId="257"/>
            <ac:spMk id="22" creationId="{CF67040D-5A44-E9C7-2BCC-B5C1738646A1}"/>
          </ac:spMkLst>
        </pc:spChg>
        <pc:spChg chg="add del mod">
          <ac:chgData name="Evgeniy Belyakov" userId="367fdb713fe1f8f6" providerId="Windows Live" clId="Web-{7DC84A26-F91A-45C8-924A-810CD5A731C5}" dt="2025-09-27T14:10:14.323" v="8"/>
          <ac:spMkLst>
            <pc:docMk/>
            <pc:sldMk cId="0" sldId="257"/>
            <ac:spMk id="26" creationId="{9A23FA48-5CF6-15D3-5C3C-34DBE2BF9CFA}"/>
          </ac:spMkLst>
        </pc:spChg>
        <pc:spChg chg="add mod">
          <ac:chgData name="Evgeniy Belyakov" userId="367fdb713fe1f8f6" providerId="Windows Live" clId="Web-{7DC84A26-F91A-45C8-924A-810CD5A731C5}" dt="2025-09-27T14:46:26.217" v="596" actId="1076"/>
          <ac:spMkLst>
            <pc:docMk/>
            <pc:sldMk cId="0" sldId="257"/>
            <ac:spMk id="27" creationId="{51A032C5-0542-5DF5-DDD1-FCF3D9B3BCBB}"/>
          </ac:spMkLst>
        </pc:spChg>
        <pc:spChg chg="add del mod">
          <ac:chgData name="Evgeniy Belyakov" userId="367fdb713fe1f8f6" providerId="Windows Live" clId="Web-{7DC84A26-F91A-45C8-924A-810CD5A731C5}" dt="2025-09-27T14:16:25.767" v="154"/>
          <ac:spMkLst>
            <pc:docMk/>
            <pc:sldMk cId="0" sldId="257"/>
            <ac:spMk id="28" creationId="{1756BE44-4D5F-C2B4-0F82-4D7021785103}"/>
          </ac:spMkLst>
        </pc:spChg>
        <pc:spChg chg="add mod">
          <ac:chgData name="Evgeniy Belyakov" userId="367fdb713fe1f8f6" providerId="Windows Live" clId="Web-{7DC84A26-F91A-45C8-924A-810CD5A731C5}" dt="2025-09-27T14:46:58.030" v="600" actId="1076"/>
          <ac:spMkLst>
            <pc:docMk/>
            <pc:sldMk cId="0" sldId="257"/>
            <ac:spMk id="45" creationId="{85578DAA-3D69-E355-74E7-514CD14CFE45}"/>
          </ac:spMkLst>
        </pc:spChg>
        <pc:spChg chg="add del mod">
          <ac:chgData name="Evgeniy Belyakov" userId="367fdb713fe1f8f6" providerId="Windows Live" clId="Web-{7DC84A26-F91A-45C8-924A-810CD5A731C5}" dt="2025-09-27T14:26:55.275" v="347"/>
          <ac:spMkLst>
            <pc:docMk/>
            <pc:sldMk cId="0" sldId="257"/>
            <ac:spMk id="56" creationId="{FB3C754D-C99E-E439-55BD-E961B1DA8F41}"/>
          </ac:spMkLst>
        </pc:spChg>
        <pc:spChg chg="add mod">
          <ac:chgData name="Evgeniy Belyakov" userId="367fdb713fe1f8f6" providerId="Windows Live" clId="Web-{7DC84A26-F91A-45C8-924A-810CD5A731C5}" dt="2025-09-27T14:46:53.249" v="599" actId="1076"/>
          <ac:spMkLst>
            <pc:docMk/>
            <pc:sldMk cId="0" sldId="257"/>
            <ac:spMk id="80" creationId="{22975ED6-902A-26EB-5A05-08B336EFA541}"/>
          </ac:spMkLst>
        </pc:spChg>
        <pc:spChg chg="add del">
          <ac:chgData name="Evgeniy Belyakov" userId="367fdb713fe1f8f6" providerId="Windows Live" clId="Web-{7DC84A26-F91A-45C8-924A-810CD5A731C5}" dt="2025-09-27T14:16:49.752" v="158"/>
          <ac:spMkLst>
            <pc:docMk/>
            <pc:sldMk cId="0" sldId="257"/>
            <ac:spMk id="81" creationId="{52437B41-CBC4-F278-2065-42677764489A}"/>
          </ac:spMkLst>
        </pc:spChg>
        <pc:spChg chg="add del">
          <ac:chgData name="Evgeniy Belyakov" userId="367fdb713fe1f8f6" providerId="Windows Live" clId="Web-{7DC84A26-F91A-45C8-924A-810CD5A731C5}" dt="2025-09-27T14:16:59.705" v="160"/>
          <ac:spMkLst>
            <pc:docMk/>
            <pc:sldMk cId="0" sldId="257"/>
            <ac:spMk id="82" creationId="{C888306E-C449-3CD6-E795-E8DDE243E85D}"/>
          </ac:spMkLst>
        </pc:spChg>
        <pc:spChg chg="add del">
          <ac:chgData name="Evgeniy Belyakov" userId="367fdb713fe1f8f6" providerId="Windows Live" clId="Web-{7DC84A26-F91A-45C8-924A-810CD5A731C5}" dt="2025-09-27T14:17:10.205" v="163"/>
          <ac:spMkLst>
            <pc:docMk/>
            <pc:sldMk cId="0" sldId="257"/>
            <ac:spMk id="83" creationId="{8B3A82E6-BEB8-EF39-330C-FA06A45125D8}"/>
          </ac:spMkLst>
        </pc:spChg>
        <pc:spChg chg="add del">
          <ac:chgData name="Evgeniy Belyakov" userId="367fdb713fe1f8f6" providerId="Windows Live" clId="Web-{7DC84A26-F91A-45C8-924A-810CD5A731C5}" dt="2025-09-27T14:17:34.096" v="167"/>
          <ac:spMkLst>
            <pc:docMk/>
            <pc:sldMk cId="0" sldId="257"/>
            <ac:spMk id="84" creationId="{8A44D627-47F6-FE93-0733-EFFA55ED5245}"/>
          </ac:spMkLst>
        </pc:spChg>
        <pc:spChg chg="add">
          <ac:chgData name="Evgeniy Belyakov" userId="367fdb713fe1f8f6" providerId="Windows Live" clId="Web-{7DC84A26-F91A-45C8-924A-810CD5A731C5}" dt="2025-09-27T14:17:43.347" v="168"/>
          <ac:spMkLst>
            <pc:docMk/>
            <pc:sldMk cId="0" sldId="257"/>
            <ac:spMk id="85" creationId="{8429711C-F4A0-DB92-19BF-D415E09FA091}"/>
          </ac:spMkLst>
        </pc:spChg>
        <pc:spChg chg="add mod">
          <ac:chgData name="Evgeniy Belyakov" userId="367fdb713fe1f8f6" providerId="Windows Live" clId="Web-{7DC84A26-F91A-45C8-924A-810CD5A731C5}" dt="2025-09-27T14:46:22.951" v="595" actId="1076"/>
          <ac:spMkLst>
            <pc:docMk/>
            <pc:sldMk cId="0" sldId="257"/>
            <ac:spMk id="86" creationId="{4D0A1ADC-AF91-4F5E-276A-2586E370DAA1}"/>
          </ac:spMkLst>
        </pc:spChg>
        <pc:spChg chg="add mod">
          <ac:chgData name="Evgeniy Belyakov" userId="367fdb713fe1f8f6" providerId="Windows Live" clId="Web-{7DC84A26-F91A-45C8-924A-810CD5A731C5}" dt="2025-09-27T14:21:32.251" v="245" actId="1076"/>
          <ac:spMkLst>
            <pc:docMk/>
            <pc:sldMk cId="0" sldId="257"/>
            <ac:spMk id="87" creationId="{CBC9E5C8-825A-3DC8-6F1F-B0D5C572C704}"/>
          </ac:spMkLst>
        </pc:spChg>
        <pc:spChg chg="add mod">
          <ac:chgData name="Evgeniy Belyakov" userId="367fdb713fe1f8f6" providerId="Windows Live" clId="Web-{7DC84A26-F91A-45C8-924A-810CD5A731C5}" dt="2025-09-27T14:28:14.401" v="377" actId="1076"/>
          <ac:spMkLst>
            <pc:docMk/>
            <pc:sldMk cId="0" sldId="257"/>
            <ac:spMk id="88" creationId="{75C3D042-58A5-EB67-79D0-35FB6922F418}"/>
          </ac:spMkLst>
        </pc:spChg>
        <pc:spChg chg="add del">
          <ac:chgData name="Evgeniy Belyakov" userId="367fdb713fe1f8f6" providerId="Windows Live" clId="Web-{7DC84A26-F91A-45C8-924A-810CD5A731C5}" dt="2025-09-27T14:25:24.648" v="329"/>
          <ac:spMkLst>
            <pc:docMk/>
            <pc:sldMk cId="0" sldId="257"/>
            <ac:spMk id="89" creationId="{EC94CCAD-AB1C-DE74-6FDE-D4BD3D1C8B5E}"/>
          </ac:spMkLst>
        </pc:spChg>
        <pc:spChg chg="add mod">
          <ac:chgData name="Evgeniy Belyakov" userId="367fdb713fe1f8f6" providerId="Windows Live" clId="Web-{7DC84A26-F91A-45C8-924A-810CD5A731C5}" dt="2025-09-27T14:46:48.530" v="598" actId="1076"/>
          <ac:spMkLst>
            <pc:docMk/>
            <pc:sldMk cId="0" sldId="257"/>
            <ac:spMk id="90" creationId="{DAFF0851-635B-4CDE-86E1-3413C0FF7A4B}"/>
          </ac:spMkLst>
        </pc:spChg>
        <pc:spChg chg="add del">
          <ac:chgData name="Evgeniy Belyakov" userId="367fdb713fe1f8f6" providerId="Windows Live" clId="Web-{7DC84A26-F91A-45C8-924A-810CD5A731C5}" dt="2025-09-27T14:27:00.447" v="350"/>
          <ac:spMkLst>
            <pc:docMk/>
            <pc:sldMk cId="0" sldId="257"/>
            <ac:spMk id="91" creationId="{FB3C754D-C99E-E439-55BD-E961B1DA8F41}"/>
          </ac:spMkLst>
        </pc:spChg>
        <pc:spChg chg="add mod">
          <ac:chgData name="Evgeniy Belyakov" userId="367fdb713fe1f8f6" providerId="Windows Live" clId="Web-{7DC84A26-F91A-45C8-924A-810CD5A731C5}" dt="2025-09-27T14:28:45.198" v="386" actId="20577"/>
          <ac:spMkLst>
            <pc:docMk/>
            <pc:sldMk cId="0" sldId="257"/>
            <ac:spMk id="92" creationId="{335A18C0-86AF-5F2B-90F4-56109CA24EA7}"/>
          </ac:spMkLst>
        </pc:spChg>
        <pc:spChg chg="add del">
          <ac:chgData name="Evgeniy Belyakov" userId="367fdb713fe1f8f6" providerId="Windows Live" clId="Web-{7DC84A26-F91A-45C8-924A-810CD5A731C5}" dt="2025-09-27T14:28:52.558" v="388"/>
          <ac:spMkLst>
            <pc:docMk/>
            <pc:sldMk cId="0" sldId="257"/>
            <ac:spMk id="93" creationId="{AC9B553D-62F0-8A77-0C2C-AC60F7097476}"/>
          </ac:spMkLst>
        </pc:spChg>
        <pc:picChg chg="del mod">
          <ac:chgData name="Evgeniy Belyakov" userId="367fdb713fe1f8f6" providerId="Windows Live" clId="Web-{7DC84A26-F91A-45C8-924A-810CD5A731C5}" dt="2025-09-27T14:26:36.118" v="344"/>
          <ac:picMkLst>
            <pc:docMk/>
            <pc:sldMk cId="0" sldId="257"/>
            <ac:picMk id="6" creationId="{00000000-0000-0000-0000-000000000000}"/>
          </ac:picMkLst>
        </pc:picChg>
        <pc:picChg chg="mod">
          <ac:chgData name="Evgeniy Belyakov" userId="367fdb713fe1f8f6" providerId="Windows Live" clId="Web-{7DC84A26-F91A-45C8-924A-810CD5A731C5}" dt="2025-09-27T14:11:54.340" v="36" actId="1076"/>
          <ac:picMkLst>
            <pc:docMk/>
            <pc:sldMk cId="0" sldId="257"/>
            <ac:picMk id="8" creationId="{00000000-0000-0000-0000-000000000000}"/>
          </ac:picMkLst>
        </pc:picChg>
        <pc:picChg chg="mod">
          <ac:chgData name="Evgeniy Belyakov" userId="367fdb713fe1f8f6" providerId="Windows Live" clId="Web-{7DC84A26-F91A-45C8-924A-810CD5A731C5}" dt="2025-09-27T14:17:16.159" v="164" actId="1076"/>
          <ac:picMkLst>
            <pc:docMk/>
            <pc:sldMk cId="0" sldId="257"/>
            <ac:picMk id="9" creationId="{00000000-0000-0000-0000-000000000000}"/>
          </ac:picMkLst>
        </pc:picChg>
        <pc:picChg chg="mod">
          <ac:chgData name="Evgeniy Belyakov" userId="367fdb713fe1f8f6" providerId="Windows Live" clId="Web-{7DC84A26-F91A-45C8-924A-810CD5A731C5}" dt="2025-09-27T14:11:57.590" v="37" actId="1076"/>
          <ac:picMkLst>
            <pc:docMk/>
            <pc:sldMk cId="0" sldId="257"/>
            <ac:picMk id="25" creationId="{78CF379A-E61F-CF6C-B6C3-D7E26F2D3EE4}"/>
          </ac:picMkLst>
        </pc:picChg>
        <pc:inkChg chg="add del">
          <ac:chgData name="Evgeniy Belyakov" userId="367fdb713fe1f8f6" providerId="Windows Live" clId="Web-{7DC84A26-F91A-45C8-924A-810CD5A731C5}" dt="2025-09-27T14:15:42.016" v="137"/>
          <ac:inkMkLst>
            <pc:docMk/>
            <pc:sldMk cId="0" sldId="257"/>
            <ac:inkMk id="29" creationId="{28DFD0B5-12C8-2519-24C2-E65F918054FC}"/>
          </ac:inkMkLst>
        </pc:inkChg>
        <pc:inkChg chg="add del">
          <ac:chgData name="Evgeniy Belyakov" userId="367fdb713fe1f8f6" providerId="Windows Live" clId="Web-{7DC84A26-F91A-45C8-924A-810CD5A731C5}" dt="2025-09-27T14:15:42.016" v="136"/>
          <ac:inkMkLst>
            <pc:docMk/>
            <pc:sldMk cId="0" sldId="257"/>
            <ac:inkMk id="30" creationId="{FA2616BC-2801-24C1-B8A1-28393CC72DB9}"/>
          </ac:inkMkLst>
        </pc:inkChg>
        <pc:inkChg chg="add del">
          <ac:chgData name="Evgeniy Belyakov" userId="367fdb713fe1f8f6" providerId="Windows Live" clId="Web-{7DC84A26-F91A-45C8-924A-810CD5A731C5}" dt="2025-09-27T14:15:42.016" v="135"/>
          <ac:inkMkLst>
            <pc:docMk/>
            <pc:sldMk cId="0" sldId="257"/>
            <ac:inkMk id="31" creationId="{1B8B2D0C-A438-ADC5-6B2C-78C063886F76}"/>
          </ac:inkMkLst>
        </pc:inkChg>
        <pc:inkChg chg="add del">
          <ac:chgData name="Evgeniy Belyakov" userId="367fdb713fe1f8f6" providerId="Windows Live" clId="Web-{7DC84A26-F91A-45C8-924A-810CD5A731C5}" dt="2025-09-27T14:15:42.016" v="134"/>
          <ac:inkMkLst>
            <pc:docMk/>
            <pc:sldMk cId="0" sldId="257"/>
            <ac:inkMk id="32" creationId="{4CC1904E-A1D6-B30A-E208-2F15FF3BD069}"/>
          </ac:inkMkLst>
        </pc:inkChg>
        <pc:inkChg chg="add del">
          <ac:chgData name="Evgeniy Belyakov" userId="367fdb713fe1f8f6" providerId="Windows Live" clId="Web-{7DC84A26-F91A-45C8-924A-810CD5A731C5}" dt="2025-09-27T14:15:42.016" v="133"/>
          <ac:inkMkLst>
            <pc:docMk/>
            <pc:sldMk cId="0" sldId="257"/>
            <ac:inkMk id="33" creationId="{CD7E0B82-2670-F3F3-0EBB-6CC5805BF365}"/>
          </ac:inkMkLst>
        </pc:inkChg>
        <pc:inkChg chg="add del">
          <ac:chgData name="Evgeniy Belyakov" userId="367fdb713fe1f8f6" providerId="Windows Live" clId="Web-{7DC84A26-F91A-45C8-924A-810CD5A731C5}" dt="2025-09-27T14:15:38.531" v="117"/>
          <ac:inkMkLst>
            <pc:docMk/>
            <pc:sldMk cId="0" sldId="257"/>
            <ac:inkMk id="34" creationId="{113ADE57-B7A8-7504-3734-B8B21625922F}"/>
          </ac:inkMkLst>
        </pc:inkChg>
        <pc:inkChg chg="add mod">
          <ac:chgData name="Evgeniy Belyakov" userId="367fdb713fe1f8f6" providerId="Windows Live" clId="Web-{7DC84A26-F91A-45C8-924A-810CD5A731C5}" dt="2025-09-27T14:29:12.964" v="396" actId="1076"/>
          <ac:inkMkLst>
            <pc:docMk/>
            <pc:sldMk cId="0" sldId="257"/>
            <ac:inkMk id="35" creationId="{AC3A2DD4-23AD-C93E-4886-2B46926000AB}"/>
          </ac:inkMkLst>
        </pc:inkChg>
        <pc:inkChg chg="add mod">
          <ac:chgData name="Evgeniy Belyakov" userId="367fdb713fe1f8f6" providerId="Windows Live" clId="Web-{7DC84A26-F91A-45C8-924A-810CD5A731C5}" dt="2025-09-27T14:29:56.262" v="403" actId="14100"/>
          <ac:inkMkLst>
            <pc:docMk/>
            <pc:sldMk cId="0" sldId="257"/>
            <ac:inkMk id="36" creationId="{ABC0BE1E-42AA-6EF4-E766-6B1644CDBAD7}"/>
          </ac:inkMkLst>
        </pc:inkChg>
        <pc:inkChg chg="add del">
          <ac:chgData name="Evgeniy Belyakov" userId="367fdb713fe1f8f6" providerId="Windows Live" clId="Web-{7DC84A26-F91A-45C8-924A-810CD5A731C5}" dt="2025-09-27T14:15:42.016" v="132"/>
          <ac:inkMkLst>
            <pc:docMk/>
            <pc:sldMk cId="0" sldId="257"/>
            <ac:inkMk id="37" creationId="{6A216E35-5F05-891E-F1EA-D2F48B6AFEF7}"/>
          </ac:inkMkLst>
        </pc:inkChg>
        <pc:inkChg chg="add del">
          <ac:chgData name="Evgeniy Belyakov" userId="367fdb713fe1f8f6" providerId="Windows Live" clId="Web-{7DC84A26-F91A-45C8-924A-810CD5A731C5}" dt="2025-09-27T14:15:42.016" v="131"/>
          <ac:inkMkLst>
            <pc:docMk/>
            <pc:sldMk cId="0" sldId="257"/>
            <ac:inkMk id="38" creationId="{DB85EA11-00C3-6602-7013-54BAB52B42D7}"/>
          </ac:inkMkLst>
        </pc:inkChg>
        <pc:inkChg chg="add del">
          <ac:chgData name="Evgeniy Belyakov" userId="367fdb713fe1f8f6" providerId="Windows Live" clId="Web-{7DC84A26-F91A-45C8-924A-810CD5A731C5}" dt="2025-09-27T14:15:42.016" v="130"/>
          <ac:inkMkLst>
            <pc:docMk/>
            <pc:sldMk cId="0" sldId="257"/>
            <ac:inkMk id="39" creationId="{76B6E68A-D2EB-5BC8-15FF-6A0BABF7E0B5}"/>
          </ac:inkMkLst>
        </pc:inkChg>
        <pc:inkChg chg="add del">
          <ac:chgData name="Evgeniy Belyakov" userId="367fdb713fe1f8f6" providerId="Windows Live" clId="Web-{7DC84A26-F91A-45C8-924A-810CD5A731C5}" dt="2025-09-27T14:16:02.673" v="146"/>
          <ac:inkMkLst>
            <pc:docMk/>
            <pc:sldMk cId="0" sldId="257"/>
            <ac:inkMk id="40" creationId="{9E42A2B3-EC87-33E6-8C67-953997F24B0C}"/>
          </ac:inkMkLst>
        </pc:inkChg>
        <pc:inkChg chg="add del">
          <ac:chgData name="Evgeniy Belyakov" userId="367fdb713fe1f8f6" providerId="Windows Live" clId="Web-{7DC84A26-F91A-45C8-924A-810CD5A731C5}" dt="2025-09-27T14:15:38.531" v="116"/>
          <ac:inkMkLst>
            <pc:docMk/>
            <pc:sldMk cId="0" sldId="257"/>
            <ac:inkMk id="41" creationId="{F4414B47-A786-B224-40FC-8F3C5E310C67}"/>
          </ac:inkMkLst>
        </pc:inkChg>
        <pc:inkChg chg="add">
          <ac:chgData name="Evgeniy Belyakov" userId="367fdb713fe1f8f6" providerId="Windows Live" clId="Web-{7DC84A26-F91A-45C8-924A-810CD5A731C5}" dt="2025-09-27T14:13:45.826" v="57"/>
          <ac:inkMkLst>
            <pc:docMk/>
            <pc:sldMk cId="0" sldId="257"/>
            <ac:inkMk id="42" creationId="{7DA1EED9-BA37-F34D-16C2-04870B35BA01}"/>
          </ac:inkMkLst>
        </pc:inkChg>
        <pc:inkChg chg="add">
          <ac:chgData name="Evgeniy Belyakov" userId="367fdb713fe1f8f6" providerId="Windows Live" clId="Web-{7DC84A26-F91A-45C8-924A-810CD5A731C5}" dt="2025-09-27T14:13:45.826" v="58"/>
          <ac:inkMkLst>
            <pc:docMk/>
            <pc:sldMk cId="0" sldId="257"/>
            <ac:inkMk id="43" creationId="{9AE196B7-C03E-CC7A-A88E-96305676DC25}"/>
          </ac:inkMkLst>
        </pc:inkChg>
        <pc:inkChg chg="add">
          <ac:chgData name="Evgeniy Belyakov" userId="367fdb713fe1f8f6" providerId="Windows Live" clId="Web-{7DC84A26-F91A-45C8-924A-810CD5A731C5}" dt="2025-09-27T14:13:46.248" v="59"/>
          <ac:inkMkLst>
            <pc:docMk/>
            <pc:sldMk cId="0" sldId="257"/>
            <ac:inkMk id="44" creationId="{4FB965F8-158A-6E36-F46B-15DF29C9F6C3}"/>
          </ac:inkMkLst>
        </pc:inkChg>
        <pc:inkChg chg="add del">
          <ac:chgData name="Evgeniy Belyakov" userId="367fdb713fe1f8f6" providerId="Windows Live" clId="Web-{7DC84A26-F91A-45C8-924A-810CD5A731C5}" dt="2025-09-27T14:17:55.191" v="174"/>
          <ac:inkMkLst>
            <pc:docMk/>
            <pc:sldMk cId="0" sldId="257"/>
            <ac:inkMk id="46" creationId="{0FB6479A-32B5-F500-7162-6A7439EA143D}"/>
          </ac:inkMkLst>
        </pc:inkChg>
        <pc:inkChg chg="add del">
          <ac:chgData name="Evgeniy Belyakov" userId="367fdb713fe1f8f6" providerId="Windows Live" clId="Web-{7DC84A26-F91A-45C8-924A-810CD5A731C5}" dt="2025-09-27T14:17:55.191" v="173"/>
          <ac:inkMkLst>
            <pc:docMk/>
            <pc:sldMk cId="0" sldId="257"/>
            <ac:inkMk id="47" creationId="{B084D2CB-BFA0-9323-20A0-82193AC66768}"/>
          </ac:inkMkLst>
        </pc:inkChg>
        <pc:inkChg chg="add del">
          <ac:chgData name="Evgeniy Belyakov" userId="367fdb713fe1f8f6" providerId="Windows Live" clId="Web-{7DC84A26-F91A-45C8-924A-810CD5A731C5}" dt="2025-09-27T14:17:55.191" v="172"/>
          <ac:inkMkLst>
            <pc:docMk/>
            <pc:sldMk cId="0" sldId="257"/>
            <ac:inkMk id="48" creationId="{92D497BA-74B3-D7C6-3CEE-B47313740CE9}"/>
          </ac:inkMkLst>
        </pc:inkChg>
        <pc:inkChg chg="add del">
          <ac:chgData name="Evgeniy Belyakov" userId="367fdb713fe1f8f6" providerId="Windows Live" clId="Web-{7DC84A26-F91A-45C8-924A-810CD5A731C5}" dt="2025-09-27T14:17:55.191" v="171"/>
          <ac:inkMkLst>
            <pc:docMk/>
            <pc:sldMk cId="0" sldId="257"/>
            <ac:inkMk id="49" creationId="{29F2AC12-9B1C-5BD2-F3DF-1A7F121E6A5D}"/>
          </ac:inkMkLst>
        </pc:inkChg>
        <pc:inkChg chg="add del">
          <ac:chgData name="Evgeniy Belyakov" userId="367fdb713fe1f8f6" providerId="Windows Live" clId="Web-{7DC84A26-F91A-45C8-924A-810CD5A731C5}" dt="2025-09-27T14:17:55.191" v="170"/>
          <ac:inkMkLst>
            <pc:docMk/>
            <pc:sldMk cId="0" sldId="257"/>
            <ac:inkMk id="50" creationId="{ED63DC42-33EA-9ECF-A634-88CA1BD85DD2}"/>
          </ac:inkMkLst>
        </pc:inkChg>
        <pc:inkChg chg="add del">
          <ac:chgData name="Evgeniy Belyakov" userId="367fdb713fe1f8f6" providerId="Windows Live" clId="Web-{7DC84A26-F91A-45C8-924A-810CD5A731C5}" dt="2025-09-27T14:16:39.798" v="156"/>
          <ac:inkMkLst>
            <pc:docMk/>
            <pc:sldMk cId="0" sldId="257"/>
            <ac:inkMk id="51" creationId="{7961FF7F-67BD-7823-FC68-356E7F3BD319}"/>
          </ac:inkMkLst>
        </pc:inkChg>
        <pc:inkChg chg="add">
          <ac:chgData name="Evgeniy Belyakov" userId="367fdb713fe1f8f6" providerId="Windows Live" clId="Web-{7DC84A26-F91A-45C8-924A-810CD5A731C5}" dt="2025-09-27T14:14:28.233" v="71"/>
          <ac:inkMkLst>
            <pc:docMk/>
            <pc:sldMk cId="0" sldId="257"/>
            <ac:inkMk id="52" creationId="{0BC36634-E0CA-4BFC-FB08-A2B1745752EE}"/>
          </ac:inkMkLst>
        </pc:inkChg>
        <pc:inkChg chg="add del">
          <ac:chgData name="Evgeniy Belyakov" userId="367fdb713fe1f8f6" providerId="Windows Live" clId="Web-{7DC84A26-F91A-45C8-924A-810CD5A731C5}" dt="2025-09-27T14:29:32.183" v="401"/>
          <ac:inkMkLst>
            <pc:docMk/>
            <pc:sldMk cId="0" sldId="257"/>
            <ac:inkMk id="53" creationId="{77466CA6-0839-F0CC-69A8-09B01C7E312D}"/>
          </ac:inkMkLst>
        </pc:inkChg>
        <pc:inkChg chg="add del">
          <ac:chgData name="Evgeniy Belyakov" userId="367fdb713fe1f8f6" providerId="Windows Live" clId="Web-{7DC84A26-F91A-45C8-924A-810CD5A731C5}" dt="2025-09-27T14:15:42.016" v="129"/>
          <ac:inkMkLst>
            <pc:docMk/>
            <pc:sldMk cId="0" sldId="257"/>
            <ac:inkMk id="54" creationId="{07F4C40A-72A8-CBEE-BB43-B5ACE2226C70}"/>
          </ac:inkMkLst>
        </pc:inkChg>
        <pc:inkChg chg="add del">
          <ac:chgData name="Evgeniy Belyakov" userId="367fdb713fe1f8f6" providerId="Windows Live" clId="Web-{7DC84A26-F91A-45C8-924A-810CD5A731C5}" dt="2025-09-27T14:17:55.191" v="169"/>
          <ac:inkMkLst>
            <pc:docMk/>
            <pc:sldMk cId="0" sldId="257"/>
            <ac:inkMk id="55" creationId="{86EBEF5E-5C51-8FA8-1E72-BA8B491E333E}"/>
          </ac:inkMkLst>
        </pc:inkChg>
        <pc:inkChg chg="add del">
          <ac:chgData name="Evgeniy Belyakov" userId="367fdb713fe1f8f6" providerId="Windows Live" clId="Web-{7DC84A26-F91A-45C8-924A-810CD5A731C5}" dt="2025-09-27T14:15:44.375" v="141"/>
          <ac:inkMkLst>
            <pc:docMk/>
            <pc:sldMk cId="0" sldId="257"/>
            <ac:inkMk id="57" creationId="{7567FC5D-2DEA-D37B-C771-9EA4527492EA}"/>
          </ac:inkMkLst>
        </pc:inkChg>
        <pc:inkChg chg="add del">
          <ac:chgData name="Evgeniy Belyakov" userId="367fdb713fe1f8f6" providerId="Windows Live" clId="Web-{7DC84A26-F91A-45C8-924A-810CD5A731C5}" dt="2025-09-27T14:15:42.016" v="128"/>
          <ac:inkMkLst>
            <pc:docMk/>
            <pc:sldMk cId="0" sldId="257"/>
            <ac:inkMk id="58" creationId="{F73CB8FB-DCE1-91DB-7E5F-0FAD2B23E424}"/>
          </ac:inkMkLst>
        </pc:inkChg>
        <pc:inkChg chg="add del">
          <ac:chgData name="Evgeniy Belyakov" userId="367fdb713fe1f8f6" providerId="Windows Live" clId="Web-{7DC84A26-F91A-45C8-924A-810CD5A731C5}" dt="2025-09-27T14:15:44.375" v="140"/>
          <ac:inkMkLst>
            <pc:docMk/>
            <pc:sldMk cId="0" sldId="257"/>
            <ac:inkMk id="59" creationId="{8D71FE40-B866-C266-E640-745FC8910FB8}"/>
          </ac:inkMkLst>
        </pc:inkChg>
        <pc:inkChg chg="add del">
          <ac:chgData name="Evgeniy Belyakov" userId="367fdb713fe1f8f6" providerId="Windows Live" clId="Web-{7DC84A26-F91A-45C8-924A-810CD5A731C5}" dt="2025-09-27T14:15:42.016" v="127"/>
          <ac:inkMkLst>
            <pc:docMk/>
            <pc:sldMk cId="0" sldId="257"/>
            <ac:inkMk id="60" creationId="{9C9A211C-A9BA-B0F5-9727-A9AB33DBA6C2}"/>
          </ac:inkMkLst>
        </pc:inkChg>
        <pc:inkChg chg="add del">
          <ac:chgData name="Evgeniy Belyakov" userId="367fdb713fe1f8f6" providerId="Windows Live" clId="Web-{7DC84A26-F91A-45C8-924A-810CD5A731C5}" dt="2025-09-27T14:15:42.016" v="126"/>
          <ac:inkMkLst>
            <pc:docMk/>
            <pc:sldMk cId="0" sldId="257"/>
            <ac:inkMk id="61" creationId="{2178B28C-7B3C-254A-E85F-242CE85D43AF}"/>
          </ac:inkMkLst>
        </pc:inkChg>
        <pc:inkChg chg="add del">
          <ac:chgData name="Evgeniy Belyakov" userId="367fdb713fe1f8f6" providerId="Windows Live" clId="Web-{7DC84A26-F91A-45C8-924A-810CD5A731C5}" dt="2025-09-27T14:15:42.016" v="125"/>
          <ac:inkMkLst>
            <pc:docMk/>
            <pc:sldMk cId="0" sldId="257"/>
            <ac:inkMk id="62" creationId="{A65772FE-B366-699F-9D1E-452FDDDD818C}"/>
          </ac:inkMkLst>
        </pc:inkChg>
        <pc:inkChg chg="add del">
          <ac:chgData name="Evgeniy Belyakov" userId="367fdb713fe1f8f6" providerId="Windows Live" clId="Web-{7DC84A26-F91A-45C8-924A-810CD5A731C5}" dt="2025-09-27T14:15:42.016" v="124"/>
          <ac:inkMkLst>
            <pc:docMk/>
            <pc:sldMk cId="0" sldId="257"/>
            <ac:inkMk id="63" creationId="{D0A4FE80-0195-2895-ECFB-F96D75E80930}"/>
          </ac:inkMkLst>
        </pc:inkChg>
        <pc:inkChg chg="add del">
          <ac:chgData name="Evgeniy Belyakov" userId="367fdb713fe1f8f6" providerId="Windows Live" clId="Web-{7DC84A26-F91A-45C8-924A-810CD5A731C5}" dt="2025-09-27T14:15:44.375" v="139"/>
          <ac:inkMkLst>
            <pc:docMk/>
            <pc:sldMk cId="0" sldId="257"/>
            <ac:inkMk id="64" creationId="{E9952C35-F781-C9C8-F9D1-1B790F43ACF8}"/>
          </ac:inkMkLst>
        </pc:inkChg>
        <pc:inkChg chg="add del">
          <ac:chgData name="Evgeniy Belyakov" userId="367fdb713fe1f8f6" providerId="Windows Live" clId="Web-{7DC84A26-F91A-45C8-924A-810CD5A731C5}" dt="2025-09-27T14:15:44.375" v="138"/>
          <ac:inkMkLst>
            <pc:docMk/>
            <pc:sldMk cId="0" sldId="257"/>
            <ac:inkMk id="65" creationId="{0B41311A-8EC3-BD24-8390-839C8FE3DFE3}"/>
          </ac:inkMkLst>
        </pc:inkChg>
        <pc:inkChg chg="add del">
          <ac:chgData name="Evgeniy Belyakov" userId="367fdb713fe1f8f6" providerId="Windows Live" clId="Web-{7DC84A26-F91A-45C8-924A-810CD5A731C5}" dt="2025-09-27T14:15:42" v="123"/>
          <ac:inkMkLst>
            <pc:docMk/>
            <pc:sldMk cId="0" sldId="257"/>
            <ac:inkMk id="66" creationId="{4F4F084A-F48C-0FD4-B6D8-3DAF1CD95E81}"/>
          </ac:inkMkLst>
        </pc:inkChg>
        <pc:inkChg chg="add del">
          <ac:chgData name="Evgeniy Belyakov" userId="367fdb713fe1f8f6" providerId="Windows Live" clId="Web-{7DC84A26-F91A-45C8-924A-810CD5A731C5}" dt="2025-09-27T14:15:42" v="122"/>
          <ac:inkMkLst>
            <pc:docMk/>
            <pc:sldMk cId="0" sldId="257"/>
            <ac:inkMk id="67" creationId="{B7F7C6A4-833E-0712-FAE3-BA1D05651056}"/>
          </ac:inkMkLst>
        </pc:inkChg>
        <pc:inkChg chg="add del">
          <ac:chgData name="Evgeniy Belyakov" userId="367fdb713fe1f8f6" providerId="Windows Live" clId="Web-{7DC84A26-F91A-45C8-924A-810CD5A731C5}" dt="2025-09-27T14:15:42" v="121"/>
          <ac:inkMkLst>
            <pc:docMk/>
            <pc:sldMk cId="0" sldId="257"/>
            <ac:inkMk id="68" creationId="{E6C7F8EF-1CE0-9411-7640-F1F10F209917}"/>
          </ac:inkMkLst>
        </pc:inkChg>
        <pc:inkChg chg="add del">
          <ac:chgData name="Evgeniy Belyakov" userId="367fdb713fe1f8f6" providerId="Windows Live" clId="Web-{7DC84A26-F91A-45C8-924A-810CD5A731C5}" dt="2025-09-27T14:15:35.375" v="115"/>
          <ac:inkMkLst>
            <pc:docMk/>
            <pc:sldMk cId="0" sldId="257"/>
            <ac:inkMk id="69" creationId="{0F369A52-8AC2-6136-1BE8-86E50B2959BB}"/>
          </ac:inkMkLst>
        </pc:inkChg>
        <pc:inkChg chg="add del">
          <ac:chgData name="Evgeniy Belyakov" userId="367fdb713fe1f8f6" providerId="Windows Live" clId="Web-{7DC84A26-F91A-45C8-924A-810CD5A731C5}" dt="2025-09-27T14:15:42" v="120"/>
          <ac:inkMkLst>
            <pc:docMk/>
            <pc:sldMk cId="0" sldId="257"/>
            <ac:inkMk id="70" creationId="{BF4D64A1-8FFC-9A16-47A8-DECD994A87FF}"/>
          </ac:inkMkLst>
        </pc:inkChg>
        <pc:inkChg chg="add del">
          <ac:chgData name="Evgeniy Belyakov" userId="367fdb713fe1f8f6" providerId="Windows Live" clId="Web-{7DC84A26-F91A-45C8-924A-810CD5A731C5}" dt="2025-09-27T14:15:42" v="119"/>
          <ac:inkMkLst>
            <pc:docMk/>
            <pc:sldMk cId="0" sldId="257"/>
            <ac:inkMk id="71" creationId="{57D60504-5693-1C59-4146-9D0E6B2056DF}"/>
          </ac:inkMkLst>
        </pc:inkChg>
        <pc:inkChg chg="add del">
          <ac:chgData name="Evgeniy Belyakov" userId="367fdb713fe1f8f6" providerId="Windows Live" clId="Web-{7DC84A26-F91A-45C8-924A-810CD5A731C5}" dt="2025-09-27T14:15:42" v="118"/>
          <ac:inkMkLst>
            <pc:docMk/>
            <pc:sldMk cId="0" sldId="257"/>
            <ac:inkMk id="72" creationId="{59E8A04B-DF9F-417E-A850-15A76B5A9355}"/>
          </ac:inkMkLst>
        </pc:inkChg>
        <pc:inkChg chg="add del">
          <ac:chgData name="Evgeniy Belyakov" userId="367fdb713fe1f8f6" providerId="Windows Live" clId="Web-{7DC84A26-F91A-45C8-924A-810CD5A731C5}" dt="2025-09-27T14:15:16.875" v="114"/>
          <ac:inkMkLst>
            <pc:docMk/>
            <pc:sldMk cId="0" sldId="257"/>
            <ac:inkMk id="73" creationId="{73780DD2-C4E1-8957-A2C7-0D5305ED8DCE}"/>
          </ac:inkMkLst>
        </pc:inkChg>
        <pc:inkChg chg="add del">
          <ac:chgData name="Evgeniy Belyakov" userId="367fdb713fe1f8f6" providerId="Windows Live" clId="Web-{7DC84A26-F91A-45C8-924A-810CD5A731C5}" dt="2025-09-27T14:15:16.875" v="113"/>
          <ac:inkMkLst>
            <pc:docMk/>
            <pc:sldMk cId="0" sldId="257"/>
            <ac:inkMk id="74" creationId="{2F451068-8356-0F25-3A93-EF3C3873DC8D}"/>
          </ac:inkMkLst>
        </pc:inkChg>
        <pc:inkChg chg="add del">
          <ac:chgData name="Evgeniy Belyakov" userId="367fdb713fe1f8f6" providerId="Windows Live" clId="Web-{7DC84A26-F91A-45C8-924A-810CD5A731C5}" dt="2025-09-27T14:15:16.875" v="112"/>
          <ac:inkMkLst>
            <pc:docMk/>
            <pc:sldMk cId="0" sldId="257"/>
            <ac:inkMk id="75" creationId="{A889B6AD-21F1-E0CD-7024-62343E1C675B}"/>
          </ac:inkMkLst>
        </pc:inkChg>
        <pc:inkChg chg="add del">
          <ac:chgData name="Evgeniy Belyakov" userId="367fdb713fe1f8f6" providerId="Windows Live" clId="Web-{7DC84A26-F91A-45C8-924A-810CD5A731C5}" dt="2025-09-27T14:15:16.875" v="111"/>
          <ac:inkMkLst>
            <pc:docMk/>
            <pc:sldMk cId="0" sldId="257"/>
            <ac:inkMk id="76" creationId="{AE508F23-17BC-3E4B-1517-85F000CF1B82}"/>
          </ac:inkMkLst>
        </pc:inkChg>
        <pc:inkChg chg="add del">
          <ac:chgData name="Evgeniy Belyakov" userId="367fdb713fe1f8f6" providerId="Windows Live" clId="Web-{7DC84A26-F91A-45C8-924A-810CD5A731C5}" dt="2025-09-27T14:15:16.875" v="110"/>
          <ac:inkMkLst>
            <pc:docMk/>
            <pc:sldMk cId="0" sldId="257"/>
            <ac:inkMk id="77" creationId="{97ACC452-BEA9-4BA5-D657-13653A277A8B}"/>
          </ac:inkMkLst>
        </pc:inkChg>
        <pc:inkChg chg="add del">
          <ac:chgData name="Evgeniy Belyakov" userId="367fdb713fe1f8f6" providerId="Windows Live" clId="Web-{7DC84A26-F91A-45C8-924A-810CD5A731C5}" dt="2025-09-27T14:15:16.875" v="109"/>
          <ac:inkMkLst>
            <pc:docMk/>
            <pc:sldMk cId="0" sldId="257"/>
            <ac:inkMk id="78" creationId="{BFA77EC9-2A09-7F38-F6A1-412B4032E16B}"/>
          </ac:inkMkLst>
        </pc:inkChg>
        <pc:inkChg chg="add del">
          <ac:chgData name="Evgeniy Belyakov" userId="367fdb713fe1f8f6" providerId="Windows Live" clId="Web-{7DC84A26-F91A-45C8-924A-810CD5A731C5}" dt="2025-09-27T14:15:06.781" v="108"/>
          <ac:inkMkLst>
            <pc:docMk/>
            <pc:sldMk cId="0" sldId="257"/>
            <ac:inkMk id="79" creationId="{B1A37671-8CC9-72F0-6846-CDDD71E22878}"/>
          </ac:inkMkLst>
        </pc:inkChg>
      </pc:sldChg>
      <pc:sldChg chg="addSp delSp modSp">
        <pc:chgData name="Evgeniy Belyakov" userId="367fdb713fe1f8f6" providerId="Windows Live" clId="Web-{7DC84A26-F91A-45C8-924A-810CD5A731C5}" dt="2025-09-27T14:47:30.234" v="616" actId="20577"/>
        <pc:sldMkLst>
          <pc:docMk/>
          <pc:sldMk cId="0" sldId="258"/>
        </pc:sldMkLst>
        <pc:spChg chg="mod">
          <ac:chgData name="Evgeniy Belyakov" userId="367fdb713fe1f8f6" providerId="Windows Live" clId="Web-{7DC84A26-F91A-45C8-924A-810CD5A731C5}" dt="2025-09-27T14:37:32.030" v="481" actId="107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Evgeniy Belyakov" userId="367fdb713fe1f8f6" providerId="Windows Live" clId="Web-{7DC84A26-F91A-45C8-924A-810CD5A731C5}" dt="2025-09-27T14:35:25.333" v="457"/>
          <ac:spMkLst>
            <pc:docMk/>
            <pc:sldMk cId="0" sldId="258"/>
            <ac:spMk id="10" creationId="{A585CF7D-C990-762F-1984-81D83B1687EB}"/>
          </ac:spMkLst>
        </pc:spChg>
        <pc:spChg chg="add del">
          <ac:chgData name="Evgeniy Belyakov" userId="367fdb713fe1f8f6" providerId="Windows Live" clId="Web-{7DC84A26-F91A-45C8-924A-810CD5A731C5}" dt="2025-09-27T14:35:38.741" v="460"/>
          <ac:spMkLst>
            <pc:docMk/>
            <pc:sldMk cId="0" sldId="258"/>
            <ac:spMk id="11" creationId="{3C404EAD-DB58-5870-3979-325EBB640441}"/>
          </ac:spMkLst>
        </pc:spChg>
        <pc:spChg chg="add del mod">
          <ac:chgData name="Evgeniy Belyakov" userId="367fdb713fe1f8f6" providerId="Windows Live" clId="Web-{7DC84A26-F91A-45C8-924A-810CD5A731C5}" dt="2025-09-27T14:38:38.971" v="497"/>
          <ac:spMkLst>
            <pc:docMk/>
            <pc:sldMk cId="0" sldId="258"/>
            <ac:spMk id="12" creationId="{CB77A92B-42F8-2537-1246-64C4E6105022}"/>
          </ac:spMkLst>
        </pc:spChg>
        <pc:spChg chg="add mod">
          <ac:chgData name="Evgeniy Belyakov" userId="367fdb713fe1f8f6" providerId="Windows Live" clId="Web-{7DC84A26-F91A-45C8-924A-810CD5A731C5}" dt="2025-09-27T14:38:19.673" v="493" actId="20577"/>
          <ac:spMkLst>
            <pc:docMk/>
            <pc:sldMk cId="0" sldId="258"/>
            <ac:spMk id="13" creationId="{CA1B1AD3-1F2F-AD76-EC13-FB9A94800027}"/>
          </ac:spMkLst>
        </pc:spChg>
        <pc:spChg chg="add del">
          <ac:chgData name="Evgeniy Belyakov" userId="367fdb713fe1f8f6" providerId="Windows Live" clId="Web-{7DC84A26-F91A-45C8-924A-810CD5A731C5}" dt="2025-09-27T14:38:45.940" v="499"/>
          <ac:spMkLst>
            <pc:docMk/>
            <pc:sldMk cId="0" sldId="258"/>
            <ac:spMk id="14" creationId="{18A8DD41-F9C8-582B-7417-FD15F78F9C33}"/>
          </ac:spMkLst>
        </pc:spChg>
        <pc:spChg chg="add mod">
          <ac:chgData name="Evgeniy Belyakov" userId="367fdb713fe1f8f6" providerId="Windows Live" clId="Web-{7DC84A26-F91A-45C8-924A-810CD5A731C5}" dt="2025-09-27T14:47:30.234" v="616" actId="20577"/>
          <ac:spMkLst>
            <pc:docMk/>
            <pc:sldMk cId="0" sldId="258"/>
            <ac:spMk id="15" creationId="{8D79F27F-6929-1553-13C7-32CD108B303F}"/>
          </ac:spMkLst>
        </pc:spChg>
      </pc:sldChg>
      <pc:sldChg chg="addSp delSp modSp">
        <pc:chgData name="Evgeniy Belyakov" userId="367fdb713fe1f8f6" providerId="Windows Live" clId="Web-{7DC84A26-F91A-45C8-924A-810CD5A731C5}" dt="2025-09-27T14:32:49.749" v="439" actId="14100"/>
        <pc:sldMkLst>
          <pc:docMk/>
          <pc:sldMk cId="0" sldId="259"/>
        </pc:sldMkLst>
        <pc:spChg chg="del">
          <ac:chgData name="Evgeniy Belyakov" userId="367fdb713fe1f8f6" providerId="Windows Live" clId="Web-{7DC84A26-F91A-45C8-924A-810CD5A731C5}" dt="2025-09-27T14:32:05.170" v="406"/>
          <ac:spMkLst>
            <pc:docMk/>
            <pc:sldMk cId="0" sldId="259"/>
            <ac:spMk id="7" creationId="{00000000-0000-0000-0000-000000000000}"/>
          </ac:spMkLst>
        </pc:spChg>
        <pc:spChg chg="del">
          <ac:chgData name="Evgeniy Belyakov" userId="367fdb713fe1f8f6" providerId="Windows Live" clId="Web-{7DC84A26-F91A-45C8-924A-810CD5A731C5}" dt="2025-09-27T14:32:15.373" v="420"/>
          <ac:spMkLst>
            <pc:docMk/>
            <pc:sldMk cId="0" sldId="259"/>
            <ac:spMk id="10" creationId="{00000000-0000-0000-0000-000000000000}"/>
          </ac:spMkLst>
        </pc:spChg>
        <pc:spChg chg="del">
          <ac:chgData name="Evgeniy Belyakov" userId="367fdb713fe1f8f6" providerId="Windows Live" clId="Web-{7DC84A26-F91A-45C8-924A-810CD5A731C5}" dt="2025-09-27T14:32:06.123" v="4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32:09.811" v="412" actId="1076"/>
          <ac:spMkLst>
            <pc:docMk/>
            <pc:sldMk cId="0" sldId="259"/>
            <ac:spMk id="12" creationId="{00000000-0000-0000-0000-000000000000}"/>
          </ac:spMkLst>
        </pc:spChg>
        <pc:spChg chg="del">
          <ac:chgData name="Evgeniy Belyakov" userId="367fdb713fe1f8f6" providerId="Windows Live" clId="Web-{7DC84A26-F91A-45C8-924A-810CD5A731C5}" dt="2025-09-27T14:32:14.670" v="419"/>
          <ac:spMkLst>
            <pc:docMk/>
            <pc:sldMk cId="0" sldId="259"/>
            <ac:spMk id="14" creationId="{00000000-0000-0000-0000-000000000000}"/>
          </ac:spMkLst>
        </pc:spChg>
        <pc:spChg chg="del">
          <ac:chgData name="Evgeniy Belyakov" userId="367fdb713fe1f8f6" providerId="Windows Live" clId="Web-{7DC84A26-F91A-45C8-924A-810CD5A731C5}" dt="2025-09-27T14:32:14.061" v="418"/>
          <ac:spMkLst>
            <pc:docMk/>
            <pc:sldMk cId="0" sldId="259"/>
            <ac:spMk id="25" creationId="{00000000-0000-0000-0000-000000000000}"/>
          </ac:spMkLst>
        </pc:spChg>
        <pc:spChg chg="del">
          <ac:chgData name="Evgeniy Belyakov" userId="367fdb713fe1f8f6" providerId="Windows Live" clId="Web-{7DC84A26-F91A-45C8-924A-810CD5A731C5}" dt="2025-09-27T14:32:06.529" v="408"/>
          <ac:spMkLst>
            <pc:docMk/>
            <pc:sldMk cId="0" sldId="259"/>
            <ac:spMk id="26" creationId="{00000000-0000-0000-0000-000000000000}"/>
          </ac:spMkLst>
        </pc:spChg>
        <pc:spChg chg="del mod">
          <ac:chgData name="Evgeniy Belyakov" userId="367fdb713fe1f8f6" providerId="Windows Live" clId="Web-{7DC84A26-F91A-45C8-924A-810CD5A731C5}" dt="2025-09-27T14:32:19.264" v="425"/>
          <ac:spMkLst>
            <pc:docMk/>
            <pc:sldMk cId="0" sldId="259"/>
            <ac:spMk id="27" creationId="{00000000-0000-0000-0000-000000000000}"/>
          </ac:spMkLst>
        </pc:spChg>
        <pc:spChg chg="del">
          <ac:chgData name="Evgeniy Belyakov" userId="367fdb713fe1f8f6" providerId="Windows Live" clId="Web-{7DC84A26-F91A-45C8-924A-810CD5A731C5}" dt="2025-09-27T14:32:15.748" v="421"/>
          <ac:spMkLst>
            <pc:docMk/>
            <pc:sldMk cId="0" sldId="259"/>
            <ac:spMk id="29" creationId="{00000000-0000-0000-0000-000000000000}"/>
          </ac:spMkLst>
        </pc:spChg>
        <pc:spChg chg="del">
          <ac:chgData name="Evgeniy Belyakov" userId="367fdb713fe1f8f6" providerId="Windows Live" clId="Web-{7DC84A26-F91A-45C8-924A-810CD5A731C5}" dt="2025-09-27T14:32:16.217" v="422"/>
          <ac:spMkLst>
            <pc:docMk/>
            <pc:sldMk cId="0" sldId="259"/>
            <ac:spMk id="30" creationId="{00000000-0000-0000-0000-000000000000}"/>
          </ac:spMkLst>
        </pc:spChg>
        <pc:spChg chg="del">
          <ac:chgData name="Evgeniy Belyakov" userId="367fdb713fe1f8f6" providerId="Windows Live" clId="Web-{7DC84A26-F91A-45C8-924A-810CD5A731C5}" dt="2025-09-27T14:32:25.952" v="432"/>
          <ac:spMkLst>
            <pc:docMk/>
            <pc:sldMk cId="0" sldId="259"/>
            <ac:spMk id="31" creationId="{00000000-0000-0000-0000-000000000000}"/>
          </ac:spMkLst>
        </pc:spChg>
        <pc:spChg chg="del mod">
          <ac:chgData name="Evgeniy Belyakov" userId="367fdb713fe1f8f6" providerId="Windows Live" clId="Web-{7DC84A26-F91A-45C8-924A-810CD5A731C5}" dt="2025-09-27T14:32:27.780" v="434"/>
          <ac:spMkLst>
            <pc:docMk/>
            <pc:sldMk cId="0" sldId="259"/>
            <ac:spMk id="33" creationId="{00000000-0000-0000-0000-000000000000}"/>
          </ac:spMkLst>
        </pc:spChg>
        <pc:spChg chg="del mod">
          <ac:chgData name="Evgeniy Belyakov" userId="367fdb713fe1f8f6" providerId="Windows Live" clId="Web-{7DC84A26-F91A-45C8-924A-810CD5A731C5}" dt="2025-09-27T14:32:24.108" v="430"/>
          <ac:spMkLst>
            <pc:docMk/>
            <pc:sldMk cId="0" sldId="259"/>
            <ac:spMk id="34" creationId="{00000000-0000-0000-0000-000000000000}"/>
          </ac:spMkLst>
        </pc:spChg>
        <pc:spChg chg="del">
          <ac:chgData name="Evgeniy Belyakov" userId="367fdb713fe1f8f6" providerId="Windows Live" clId="Web-{7DC84A26-F91A-45C8-924A-810CD5A731C5}" dt="2025-09-27T14:32:21.202" v="426"/>
          <ac:spMkLst>
            <pc:docMk/>
            <pc:sldMk cId="0" sldId="259"/>
            <ac:spMk id="35" creationId="{00000000-0000-0000-0000-000000000000}"/>
          </ac:spMkLst>
        </pc:spChg>
        <pc:spChg chg="del">
          <ac:chgData name="Evgeniy Belyakov" userId="367fdb713fe1f8f6" providerId="Windows Live" clId="Web-{7DC84A26-F91A-45C8-924A-810CD5A731C5}" dt="2025-09-27T14:32:16.811" v="423"/>
          <ac:spMkLst>
            <pc:docMk/>
            <pc:sldMk cId="0" sldId="259"/>
            <ac:spMk id="36" creationId="{00000000-0000-0000-0000-000000000000}"/>
          </ac:spMkLst>
        </pc:spChg>
        <pc:spChg chg="del">
          <ac:chgData name="Evgeniy Belyakov" userId="367fdb713fe1f8f6" providerId="Windows Live" clId="Web-{7DC84A26-F91A-45C8-924A-810CD5A731C5}" dt="2025-09-27T14:32:30.686" v="435"/>
          <ac:spMkLst>
            <pc:docMk/>
            <pc:sldMk cId="0" sldId="259"/>
            <ac:spMk id="37" creationId="{00000000-0000-0000-0000-000000000000}"/>
          </ac:spMkLst>
        </pc:spChg>
        <pc:picChg chg="del">
          <ac:chgData name="Evgeniy Belyakov" userId="367fdb713fe1f8f6" providerId="Windows Live" clId="Web-{7DC84A26-F91A-45C8-924A-810CD5A731C5}" dt="2025-09-27T14:32:08.107" v="411"/>
          <ac:picMkLst>
            <pc:docMk/>
            <pc:sldMk cId="0" sldId="259"/>
            <ac:picMk id="15" creationId="{00000000-0000-0000-0000-000000000000}"/>
          </ac:picMkLst>
        </pc:picChg>
        <pc:picChg chg="del">
          <ac:chgData name="Evgeniy Belyakov" userId="367fdb713fe1f8f6" providerId="Windows Live" clId="Web-{7DC84A26-F91A-45C8-924A-810CD5A731C5}" dt="2025-09-27T14:32:07.107" v="409"/>
          <ac:picMkLst>
            <pc:docMk/>
            <pc:sldMk cId="0" sldId="259"/>
            <ac:picMk id="16" creationId="{00000000-0000-0000-0000-000000000000}"/>
          </ac:picMkLst>
        </pc:picChg>
        <pc:picChg chg="del">
          <ac:chgData name="Evgeniy Belyakov" userId="367fdb713fe1f8f6" providerId="Windows Live" clId="Web-{7DC84A26-F91A-45C8-924A-810CD5A731C5}" dt="2025-09-27T14:32:12.107" v="415"/>
          <ac:picMkLst>
            <pc:docMk/>
            <pc:sldMk cId="0" sldId="259"/>
            <ac:picMk id="17" creationId="{00000000-0000-0000-0000-000000000000}"/>
          </ac:picMkLst>
        </pc:picChg>
        <pc:picChg chg="del">
          <ac:chgData name="Evgeniy Belyakov" userId="367fdb713fe1f8f6" providerId="Windows Live" clId="Web-{7DC84A26-F91A-45C8-924A-810CD5A731C5}" dt="2025-09-27T14:32:11.357" v="414"/>
          <ac:picMkLst>
            <pc:docMk/>
            <pc:sldMk cId="0" sldId="259"/>
            <ac:picMk id="18" creationId="{00000000-0000-0000-0000-000000000000}"/>
          </ac:picMkLst>
        </pc:picChg>
        <pc:picChg chg="del">
          <ac:chgData name="Evgeniy Belyakov" userId="367fdb713fe1f8f6" providerId="Windows Live" clId="Web-{7DC84A26-F91A-45C8-924A-810CD5A731C5}" dt="2025-09-27T14:32:22.842" v="428"/>
          <ac:picMkLst>
            <pc:docMk/>
            <pc:sldMk cId="0" sldId="259"/>
            <ac:picMk id="19" creationId="{00000000-0000-0000-0000-000000000000}"/>
          </ac:picMkLst>
        </pc:picChg>
        <pc:picChg chg="del">
          <ac:chgData name="Evgeniy Belyakov" userId="367fdb713fe1f8f6" providerId="Windows Live" clId="Web-{7DC84A26-F91A-45C8-924A-810CD5A731C5}" dt="2025-09-27T14:32:22.295" v="427"/>
          <ac:picMkLst>
            <pc:docMk/>
            <pc:sldMk cId="0" sldId="259"/>
            <ac:picMk id="20" creationId="{00000000-0000-0000-0000-000000000000}"/>
          </ac:picMkLst>
        </pc:picChg>
        <pc:picChg chg="del">
          <ac:chgData name="Evgeniy Belyakov" userId="367fdb713fe1f8f6" providerId="Windows Live" clId="Web-{7DC84A26-F91A-45C8-924A-810CD5A731C5}" dt="2025-09-27T14:32:24.874" v="431"/>
          <ac:picMkLst>
            <pc:docMk/>
            <pc:sldMk cId="0" sldId="259"/>
            <ac:picMk id="21" creationId="{00000000-0000-0000-0000-000000000000}"/>
          </ac:picMkLst>
        </pc:picChg>
        <pc:picChg chg="del">
          <ac:chgData name="Evgeniy Belyakov" userId="367fdb713fe1f8f6" providerId="Windows Live" clId="Web-{7DC84A26-F91A-45C8-924A-810CD5A731C5}" dt="2025-09-27T14:32:13.014" v="416"/>
          <ac:picMkLst>
            <pc:docMk/>
            <pc:sldMk cId="0" sldId="259"/>
            <ac:picMk id="22" creationId="{00000000-0000-0000-0000-000000000000}"/>
          </ac:picMkLst>
        </pc:picChg>
        <pc:picChg chg="del">
          <ac:chgData name="Evgeniy Belyakov" userId="367fdb713fe1f8f6" providerId="Windows Live" clId="Web-{7DC84A26-F91A-45C8-924A-810CD5A731C5}" dt="2025-09-27T14:32:13.623" v="417"/>
          <ac:picMkLst>
            <pc:docMk/>
            <pc:sldMk cId="0" sldId="259"/>
            <ac:picMk id="23" creationId="{00000000-0000-0000-0000-000000000000}"/>
          </ac:picMkLst>
        </pc:picChg>
        <pc:picChg chg="add mod">
          <ac:chgData name="Evgeniy Belyakov" userId="367fdb713fe1f8f6" providerId="Windows Live" clId="Web-{7DC84A26-F91A-45C8-924A-810CD5A731C5}" dt="2025-09-27T14:32:49.749" v="439" actId="14100"/>
          <ac:picMkLst>
            <pc:docMk/>
            <pc:sldMk cId="0" sldId="259"/>
            <ac:picMk id="38" creationId="{F24685DC-2567-9A15-98E3-419A112E77DA}"/>
          </ac:picMkLst>
        </pc:picChg>
      </pc:sldChg>
      <pc:sldChg chg="del">
        <pc:chgData name="Evgeniy Belyakov" userId="367fdb713fe1f8f6" providerId="Windows Live" clId="Web-{7DC84A26-F91A-45C8-924A-810CD5A731C5}" dt="2025-09-27T14:33:07.078" v="440"/>
        <pc:sldMkLst>
          <pc:docMk/>
          <pc:sldMk cId="0" sldId="260"/>
        </pc:sldMkLst>
      </pc:sldChg>
      <pc:sldChg chg="addSp delSp modSp">
        <pc:chgData name="Evgeniy Belyakov" userId="367fdb713fe1f8f6" providerId="Windows Live" clId="Web-{7DC84A26-F91A-45C8-924A-810CD5A731C5}" dt="2025-09-27T14:34:23.502" v="455" actId="1076"/>
        <pc:sldMkLst>
          <pc:docMk/>
          <pc:sldMk cId="0" sldId="261"/>
        </pc:sldMkLst>
        <pc:picChg chg="add del mod">
          <ac:chgData name="Evgeniy Belyakov" userId="367fdb713fe1f8f6" providerId="Windows Live" clId="Web-{7DC84A26-F91A-45C8-924A-810CD5A731C5}" dt="2025-09-27T14:33:37.673" v="448"/>
          <ac:picMkLst>
            <pc:docMk/>
            <pc:sldMk cId="0" sldId="261"/>
            <ac:picMk id="4" creationId="{68E1CAF6-A2B4-ED83-9F96-24D3476994D0}"/>
          </ac:picMkLst>
        </pc:picChg>
        <pc:picChg chg="add mod">
          <ac:chgData name="Evgeniy Belyakov" userId="367fdb713fe1f8f6" providerId="Windows Live" clId="Web-{7DC84A26-F91A-45C8-924A-810CD5A731C5}" dt="2025-09-27T14:34:23.502" v="455" actId="1076"/>
          <ac:picMkLst>
            <pc:docMk/>
            <pc:sldMk cId="0" sldId="261"/>
            <ac:picMk id="5" creationId="{525BB6FB-4D31-72FB-657B-1F32F1B8B75C}"/>
          </ac:picMkLst>
        </pc:picChg>
      </pc:sldChg>
      <pc:sldChg chg="addSp delSp modSp">
        <pc:chgData name="Evgeniy Belyakov" userId="367fdb713fe1f8f6" providerId="Windows Live" clId="Web-{7DC84A26-F91A-45C8-924A-810CD5A731C5}" dt="2025-09-27T14:46:10.639" v="594" actId="1076"/>
        <pc:sldMkLst>
          <pc:docMk/>
          <pc:sldMk cId="0" sldId="262"/>
        </pc:sldMkLst>
        <pc:spChg chg="mod">
          <ac:chgData name="Evgeniy Belyakov" userId="367fdb713fe1f8f6" providerId="Windows Live" clId="Web-{7DC84A26-F91A-45C8-924A-810CD5A731C5}" dt="2025-09-27T14:45:32.091" v="583" actId="1076"/>
          <ac:spMkLst>
            <pc:docMk/>
            <pc:sldMk cId="0" sldId="262"/>
            <ac:spMk id="2" creationId="{00000000-0000-0000-0000-000000000000}"/>
          </ac:spMkLst>
        </pc:spChg>
        <pc:spChg chg="add del mod">
          <ac:chgData name="Evgeniy Belyakov" userId="367fdb713fe1f8f6" providerId="Windows Live" clId="Web-{7DC84A26-F91A-45C8-924A-810CD5A731C5}" dt="2025-09-27T14:45:48.295" v="589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45:19.404" v="578" actId="1410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46:10.639" v="594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44:21.950" v="565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44:59.513" v="574" actId="1076"/>
          <ac:spMkLst>
            <pc:docMk/>
            <pc:sldMk cId="0" sldId="262"/>
            <ac:spMk id="14" creationId="{00000000-0000-0000-0000-000000000000}"/>
          </ac:spMkLst>
        </pc:spChg>
      </pc:sldChg>
      <pc:sldChg chg="modSp">
        <pc:chgData name="Evgeniy Belyakov" userId="367fdb713fe1f8f6" providerId="Windows Live" clId="Web-{7DC84A26-F91A-45C8-924A-810CD5A731C5}" dt="2025-09-27T14:52:50.634" v="812" actId="14100"/>
        <pc:sldMkLst>
          <pc:docMk/>
          <pc:sldMk cId="0" sldId="263"/>
        </pc:sldMkLst>
        <pc:spChg chg="mod">
          <ac:chgData name="Evgeniy Belyakov" userId="367fdb713fe1f8f6" providerId="Windows Live" clId="Web-{7DC84A26-F91A-45C8-924A-810CD5A731C5}" dt="2025-09-27T14:48:34.922" v="662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47:56.062" v="635" actId="14100"/>
          <ac:spMkLst>
            <pc:docMk/>
            <pc:sldMk cId="0" sldId="263"/>
            <ac:spMk id="9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50:11.174" v="741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49:05.969" v="706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52:50.634" v="812" actId="14100"/>
          <ac:spMkLst>
            <pc:docMk/>
            <pc:sldMk cId="0" sldId="263"/>
            <ac:spMk id="12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48:46.094" v="683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49:37.533" v="711" actId="2057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50:26.143" v="751" actId="14100"/>
          <ac:spMkLst>
            <pc:docMk/>
            <pc:sldMk cId="0" sldId="263"/>
            <ac:spMk id="15" creationId="{00000000-0000-0000-0000-000000000000}"/>
          </ac:spMkLst>
        </pc:spChg>
      </pc:sldChg>
      <pc:sldChg chg="addSp delSp modSp">
        <pc:chgData name="Evgeniy Belyakov" userId="367fdb713fe1f8f6" providerId="Windows Live" clId="Web-{7DC84A26-F91A-45C8-924A-810CD5A731C5}" dt="2025-09-27T14:54:27.109" v="852" actId="20577"/>
        <pc:sldMkLst>
          <pc:docMk/>
          <pc:sldMk cId="0" sldId="264"/>
        </pc:sldMkLst>
        <pc:spChg chg="mod">
          <ac:chgData name="Evgeniy Belyakov" userId="367fdb713fe1f8f6" providerId="Windows Live" clId="Web-{7DC84A26-F91A-45C8-924A-810CD5A731C5}" dt="2025-09-27T14:53:16.604" v="835" actId="20577"/>
          <ac:spMkLst>
            <pc:docMk/>
            <pc:sldMk cId="0" sldId="264"/>
            <ac:spMk id="7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53:04.431" v="823" actId="20577"/>
          <ac:spMkLst>
            <pc:docMk/>
            <pc:sldMk cId="0" sldId="264"/>
            <ac:spMk id="9" creationId="{00000000-0000-0000-0000-000000000000}"/>
          </ac:spMkLst>
        </pc:spChg>
        <pc:spChg chg="add del mod">
          <ac:chgData name="Evgeniy Belyakov" userId="367fdb713fe1f8f6" providerId="Windows Live" clId="Web-{7DC84A26-F91A-45C8-924A-810CD5A731C5}" dt="2025-09-27T14:54:27.109" v="852" actId="2057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53:13.104" v="831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54:23.327" v="851" actId="14100"/>
          <ac:spMkLst>
            <pc:docMk/>
            <pc:sldMk cId="0" sldId="264"/>
            <ac:spMk id="12" creationId="{00000000-0000-0000-0000-000000000000}"/>
          </ac:spMkLst>
        </pc:spChg>
        <pc:spChg chg="mod">
          <ac:chgData name="Evgeniy Belyakov" userId="367fdb713fe1f8f6" providerId="Windows Live" clId="Web-{7DC84A26-F91A-45C8-924A-810CD5A731C5}" dt="2025-09-27T14:52:59.072" v="822" actId="20577"/>
          <ac:spMkLst>
            <pc:docMk/>
            <pc:sldMk cId="0" sldId="264"/>
            <ac:spMk id="13" creationId="{00000000-0000-0000-0000-000000000000}"/>
          </ac:spMkLst>
        </pc:spChg>
        <pc:spChg chg="add del mod">
          <ac:chgData name="Evgeniy Belyakov" userId="367fdb713fe1f8f6" providerId="Windows Live" clId="Web-{7DC84A26-F91A-45C8-924A-810CD5A731C5}" dt="2025-09-27T14:53:47.434" v="841" actId="20577"/>
          <ac:spMkLst>
            <pc:docMk/>
            <pc:sldMk cId="0" sldId="264"/>
            <ac:spMk id="14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14:54:45.1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17902 15110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14:54:45.1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18526 15914 16383 0 0,'-540'0'0'0'0,"-714"0"0"0"0,-148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14:54:45.1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9684 13414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14:54:45.1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11007 13944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14:54:45.1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10795 13756 16383 0 0,'0'-3'0'0'0,"0"-2"0"0"0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14:54:45.1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16616 15293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02829-3982-4B39-BADC-2A75F2D7D14C}" type="datetimeFigureOut">
              <a:t>27.09.2025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5A07D2-4F65-4916-864C-54C2AD535F3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890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customXml" Target="../ink/ink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18.png"/><Relationship Id="rId5" Type="http://schemas.openxmlformats.org/officeDocument/2006/relationships/image" Target="../media/image16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BFD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909762"/>
            <a:ext cx="5915025" cy="33338"/>
          </a:xfrm>
          <a:prstGeom prst="rect">
            <a:avLst/>
          </a:prstGeom>
          <a:solidFill>
            <a:srgbClr val="CBFD6F"/>
          </a:solidFill>
          <a:ln/>
        </p:spPr>
      </p:sp>
      <p:sp>
        <p:nvSpPr>
          <p:cNvPr id="3" name="Shape 1"/>
          <p:cNvSpPr/>
          <p:nvPr/>
        </p:nvSpPr>
        <p:spPr>
          <a:xfrm>
            <a:off x="-1033462" y="2571750"/>
            <a:ext cx="3052763" cy="33338"/>
          </a:xfrm>
          <a:prstGeom prst="rect">
            <a:avLst/>
          </a:prstGeom>
          <a:solidFill>
            <a:srgbClr val="CBFD6F"/>
          </a:solidFill>
          <a:ln/>
        </p:spPr>
      </p:sp>
      <p:sp>
        <p:nvSpPr>
          <p:cNvPr id="4" name="Shape 2"/>
          <p:cNvSpPr/>
          <p:nvPr/>
        </p:nvSpPr>
        <p:spPr>
          <a:xfrm>
            <a:off x="3697468" y="276203"/>
            <a:ext cx="1587583" cy="488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963815" y="295254"/>
            <a:ext cx="2032106" cy="450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14939" y="359860"/>
            <a:ext cx="1131853" cy="257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024313" y="3500438"/>
            <a:ext cx="3452813" cy="1619250"/>
          </a:xfrm>
          <a:prstGeom prst="roundRect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7500938" y="3500438"/>
            <a:ext cx="1619250" cy="1619250"/>
          </a:xfrm>
          <a:prstGeom prst="roundRect">
            <a:avLst/>
          </a:prstGeom>
          <a:solidFill>
            <a:srgbClr val="000000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096375" cy="5095875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2288" y="990600"/>
            <a:ext cx="1804988" cy="1804988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88" y="3071813"/>
            <a:ext cx="1662113" cy="102870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1750" y="3657600"/>
            <a:ext cx="1000125" cy="102870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3355" y="346056"/>
            <a:ext cx="869642" cy="27952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3668" y="346057"/>
            <a:ext cx="279414" cy="279408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6587" y="377814"/>
            <a:ext cx="1111308" cy="215906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3668" y="346063"/>
            <a:ext cx="279414" cy="27940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52721" y="295254"/>
            <a:ext cx="341103" cy="380999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1849" y="377824"/>
            <a:ext cx="1130359" cy="215900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52721" y="295275"/>
            <a:ext cx="342918" cy="381000"/>
          </a:xfrm>
          <a:prstGeom prst="rect">
            <a:avLst/>
          </a:prstGeom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7188" y="346056"/>
            <a:ext cx="1524079" cy="279414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38825" y="3890962"/>
            <a:ext cx="476250" cy="476250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57688" y="3910013"/>
            <a:ext cx="2790825" cy="519113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357188" y="1728788"/>
            <a:ext cx="4110037" cy="42386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ts val="5347"/>
              </a:lnSpc>
              <a:buNone/>
            </a:pPr>
            <a:r>
              <a:rPr lang="en-US" sz="4650" dirty="0" err="1">
                <a:solidFill>
                  <a:srgbClr val="CBFD6F">
                    <a:alpha val="99000"/>
                  </a:srgbClr>
                </a:solidFill>
                <a:latin typeface="Arial"/>
                <a:cs typeface="Arial"/>
              </a:rPr>
              <a:t>Hahakakaton</a:t>
            </a:r>
          </a:p>
        </p:txBody>
      </p:sp>
      <p:sp>
        <p:nvSpPr>
          <p:cNvPr id="24" name="Text 8"/>
          <p:cNvSpPr/>
          <p:nvPr/>
        </p:nvSpPr>
        <p:spPr>
          <a:xfrm>
            <a:off x="2762250" y="2390775"/>
            <a:ext cx="3378994" cy="4024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lnSpc>
                <a:spcPts val="5347"/>
              </a:lnSpc>
              <a:buNone/>
            </a:pPr>
            <a:r>
              <a:rPr lang="en-US" sz="4650" dirty="0" err="1">
                <a:solidFill>
                  <a:srgbClr val="CBFD6F">
                    <a:alpha val="99000"/>
                  </a:srgbClr>
                </a:solidFill>
                <a:latin typeface="Arial"/>
                <a:cs typeface="Arial"/>
              </a:rPr>
              <a:t>Smolathon</a:t>
            </a:r>
          </a:p>
        </p:txBody>
      </p:sp>
      <p:sp>
        <p:nvSpPr>
          <p:cNvPr id="25" name="Text 9"/>
          <p:cNvSpPr/>
          <p:nvPr/>
        </p:nvSpPr>
        <p:spPr>
          <a:xfrm>
            <a:off x="5453063" y="4433888"/>
            <a:ext cx="1054893" cy="19526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ts val="1035"/>
              </a:lnSpc>
            </a:pPr>
            <a:r>
              <a:rPr lang="en-US" sz="900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Programming</a:t>
            </a:r>
            <a:endParaRPr lang="en-US" sz="9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ctr">
              <a:lnSpc>
                <a:spcPts val="1035"/>
              </a:lnSpc>
              <a:buNone/>
            </a:pPr>
            <a:endParaRPr lang="en-US" sz="900" dirty="0">
              <a:solidFill>
                <a:srgbClr val="FFFFFF">
                  <a:alpha val="99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5281613" y="4062412"/>
            <a:ext cx="1400175" cy="209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ts val="2674"/>
              </a:lnSpc>
            </a:pPr>
            <a:r>
              <a:rPr lang="en-US" sz="2300" b="1" dirty="0">
                <a:solidFill>
                  <a:srgbClr val="CBFD6F">
                    <a:alpha val="99000"/>
                  </a:srgbClr>
                </a:solidFill>
                <a:latin typeface="Arial"/>
                <a:ea typeface="Calibri"/>
                <a:cs typeface="Arial"/>
              </a:rPr>
              <a:t>Website</a:t>
            </a:r>
          </a:p>
        </p:txBody>
      </p:sp>
      <p:sp>
        <p:nvSpPr>
          <p:cNvPr id="27" name="Text 11"/>
          <p:cNvSpPr/>
          <p:nvPr/>
        </p:nvSpPr>
        <p:spPr>
          <a:xfrm>
            <a:off x="7362825" y="4207669"/>
            <a:ext cx="2019300" cy="209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ts val="2674"/>
              </a:lnSpc>
              <a:buNone/>
            </a:pPr>
            <a:r>
              <a:rPr lang="en-US" sz="2300" b="1" dirty="0">
                <a:solidFill>
                  <a:srgbClr val="CBFD6F">
                    <a:alpha val="99000"/>
                  </a:srgbClr>
                </a:solidFill>
                <a:latin typeface="Arial"/>
                <a:cs typeface="Arial"/>
              </a:rPr>
              <a:t>ЦОДД</a:t>
            </a:r>
            <a:endParaRPr lang="en-US" sz="23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7725" y="3505200"/>
            <a:ext cx="795338" cy="195263"/>
          </a:xfrm>
          <a:prstGeom prst="roundRect">
            <a:avLst>
              <a:gd name="adj" fmla="val 37463"/>
            </a:avLst>
          </a:prstGeom>
          <a:solidFill>
            <a:srgbClr val="CBFD6F"/>
          </a:solidFill>
          <a:ln w="12700">
            <a:solidFill>
              <a:srgbClr val="CBFD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05250" y="3538538"/>
            <a:ext cx="795338" cy="195263"/>
          </a:xfrm>
          <a:prstGeom prst="roundRect">
            <a:avLst>
              <a:gd name="adj" fmla="val 37463"/>
            </a:avLst>
          </a:prstGeom>
          <a:solidFill>
            <a:srgbClr val="CBFD6F"/>
          </a:solidFill>
          <a:ln w="12700">
            <a:solidFill>
              <a:srgbClr val="CBFD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43688" y="3533775"/>
            <a:ext cx="795338" cy="195263"/>
          </a:xfrm>
          <a:prstGeom prst="roundRect">
            <a:avLst>
              <a:gd name="adj" fmla="val 37463"/>
            </a:avLst>
          </a:prstGeom>
          <a:solidFill>
            <a:srgbClr val="CBFD6F"/>
          </a:solidFill>
          <a:ln w="12700">
            <a:solidFill>
              <a:srgbClr val="CBFD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2572" y="913748"/>
            <a:ext cx="8720138" cy="3957638"/>
          </a:xfrm>
          <a:prstGeom prst="rect">
            <a:avLst/>
          </a:prstGeom>
          <a:noFill/>
          <a:ln w="25400">
            <a:solidFill>
              <a:srgbClr val="CBFD6F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3" y="1138238"/>
            <a:ext cx="2229808" cy="180975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844" y="1197769"/>
            <a:ext cx="2229808" cy="180975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551" y="1137879"/>
            <a:ext cx="2229808" cy="18097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71463" y="338138"/>
            <a:ext cx="5281613" cy="423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5347"/>
              </a:lnSpc>
              <a:buNone/>
            </a:pPr>
            <a:r>
              <a:rPr lang="en-US" sz="4650" dirty="0">
                <a:solidFill>
                  <a:srgbClr val="CBFD6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КОМАНДА</a:t>
            </a:r>
            <a:endParaRPr lang="en-US" sz="4650" dirty="0"/>
          </a:p>
        </p:txBody>
      </p:sp>
      <p:sp>
        <p:nvSpPr>
          <p:cNvPr id="11" name="Text 5"/>
          <p:cNvSpPr/>
          <p:nvPr/>
        </p:nvSpPr>
        <p:spPr>
          <a:xfrm>
            <a:off x="852488" y="2976563"/>
            <a:ext cx="1762125" cy="30003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575"/>
              </a:lnSpc>
            </a:pP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Тихон</a:t>
            </a: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</a:t>
            </a: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Калинин</a:t>
            </a:r>
            <a:endParaRPr lang="ru-RU" dirty="0" err="1"/>
          </a:p>
        </p:txBody>
      </p:sp>
      <p:sp>
        <p:nvSpPr>
          <p:cNvPr id="12" name="Text 6"/>
          <p:cNvSpPr/>
          <p:nvPr/>
        </p:nvSpPr>
        <p:spPr>
          <a:xfrm>
            <a:off x="5112543" y="2978944"/>
            <a:ext cx="1762125" cy="30003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575"/>
              </a:lnSpc>
            </a:pP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Евгений</a:t>
            </a: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</a:t>
            </a: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Беляков</a:t>
            </a:r>
          </a:p>
        </p:txBody>
      </p:sp>
      <p:sp>
        <p:nvSpPr>
          <p:cNvPr id="13" name="Text 7"/>
          <p:cNvSpPr/>
          <p:nvPr/>
        </p:nvSpPr>
        <p:spPr>
          <a:xfrm>
            <a:off x="6624638" y="3005138"/>
            <a:ext cx="1762125" cy="30003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575"/>
              </a:lnSpc>
            </a:pP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Никита</a:t>
            </a: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</a:t>
            </a: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Пузырев</a:t>
            </a:r>
            <a:endParaRPr lang="ru-RU" dirty="0" err="1"/>
          </a:p>
        </p:txBody>
      </p:sp>
      <p:sp>
        <p:nvSpPr>
          <p:cNvPr id="14" name="Text 8"/>
          <p:cNvSpPr/>
          <p:nvPr/>
        </p:nvSpPr>
        <p:spPr>
          <a:xfrm>
            <a:off x="744581" y="3810326"/>
            <a:ext cx="1753958" cy="34766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035"/>
              </a:lnSpc>
            </a:pPr>
            <a:r>
              <a:rPr lang="en-US" sz="900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Опыта</a:t>
            </a:r>
            <a:r>
              <a:rPr lang="en-US" sz="900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</a:t>
            </a:r>
            <a:r>
              <a:rPr lang="en-US" sz="900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нет</a:t>
            </a:r>
            <a:r>
              <a:rPr lang="en-US" sz="900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, в </a:t>
            </a:r>
            <a:r>
              <a:rPr lang="en-US" sz="900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армию</a:t>
            </a:r>
            <a:r>
              <a:rPr lang="en-US" sz="900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</a:t>
            </a:r>
            <a:r>
              <a:rPr lang="en-US" sz="900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не</a:t>
            </a:r>
            <a:r>
              <a:rPr lang="en-US" sz="900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</a:t>
            </a:r>
            <a:r>
              <a:rPr lang="en-US" sz="900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скоро</a:t>
            </a:r>
            <a:r>
              <a:rPr lang="en-US" sz="900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(</a:t>
            </a:r>
          </a:p>
        </p:txBody>
      </p:sp>
      <p:sp>
        <p:nvSpPr>
          <p:cNvPr id="15" name="Text 9"/>
          <p:cNvSpPr/>
          <p:nvPr/>
        </p:nvSpPr>
        <p:spPr>
          <a:xfrm>
            <a:off x="5393532" y="3888582"/>
            <a:ext cx="1753958" cy="34766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035"/>
              </a:lnSpc>
            </a:pPr>
            <a:r>
              <a:rPr lang="en-US" sz="900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Яндекс</a:t>
            </a:r>
            <a:r>
              <a:rPr lang="en-US" sz="900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ML= 200К</a:t>
            </a:r>
          </a:p>
        </p:txBody>
      </p:sp>
      <p:sp>
        <p:nvSpPr>
          <p:cNvPr id="16" name="Text 10"/>
          <p:cNvSpPr/>
          <p:nvPr/>
        </p:nvSpPr>
        <p:spPr>
          <a:xfrm>
            <a:off x="6583471" y="3812674"/>
            <a:ext cx="1753958" cy="34766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035"/>
              </a:lnSpc>
            </a:pPr>
            <a:r>
              <a:rPr lang="en-US" sz="900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Опыта</a:t>
            </a:r>
            <a:r>
              <a:rPr lang="en-US" sz="900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</a:t>
            </a:r>
            <a:r>
              <a:rPr lang="en-US" sz="900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много</a:t>
            </a:r>
            <a:r>
              <a:rPr lang="en-US" sz="900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! </a:t>
            </a:r>
            <a:r>
              <a:rPr lang="en-US" sz="900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играет</a:t>
            </a:r>
            <a:r>
              <a:rPr lang="en-US" sz="900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в </a:t>
            </a:r>
            <a:r>
              <a:rPr lang="en-US" sz="900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машинки</a:t>
            </a:r>
            <a:endParaRPr lang="en-US" sz="900" dirty="0">
              <a:solidFill>
                <a:srgbClr val="FFFFFF">
                  <a:alpha val="99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62013" y="4386263"/>
            <a:ext cx="1138237" cy="1000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575"/>
              </a:lnSpc>
            </a:pP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ea typeface="Arial" pitchFamily="34" charset="-122"/>
                <a:cs typeface="Arial"/>
              </a:rPr>
              <a:t>КОНТАКТ</a:t>
            </a:r>
            <a:br>
              <a:rPr lang="en-US" sz="1100" b="1" kern="0" spc="22" dirty="0">
                <a:latin typeface="Arial"/>
                <a:ea typeface="Arial" pitchFamily="34" charset="-122"/>
                <a:cs typeface="Arial"/>
              </a:rPr>
            </a:br>
            <a:r>
              <a:rPr lang="en-US" sz="1100" kern="0" spc="22" dirty="0">
                <a:solidFill>
                  <a:srgbClr val="FFFFFF">
                    <a:alpha val="99000"/>
                  </a:srgbClr>
                </a:solidFill>
                <a:latin typeface="Calibri"/>
                <a:ea typeface="Calibri"/>
                <a:cs typeface="Calibri"/>
              </a:rPr>
              <a:t>@</a:t>
            </a:r>
            <a:r>
              <a:rPr lang="en-US" sz="1100" kern="0" spc="22" dirty="0">
                <a:solidFill>
                  <a:srgbClr val="FFFFFF">
                    <a:alpha val="99000"/>
                  </a:srgbClr>
                </a:solidFill>
                <a:ea typeface="+mn-lt"/>
                <a:cs typeface="+mn-lt"/>
              </a:rPr>
              <a:t>tihonkk</a:t>
            </a:r>
            <a:endParaRPr lang="en-US" sz="1125" dirty="0"/>
          </a:p>
        </p:txBody>
      </p:sp>
      <p:sp>
        <p:nvSpPr>
          <p:cNvPr id="19" name="Text 13"/>
          <p:cNvSpPr/>
          <p:nvPr/>
        </p:nvSpPr>
        <p:spPr>
          <a:xfrm>
            <a:off x="3894355" y="4527833"/>
            <a:ext cx="1138237" cy="1000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575"/>
              </a:lnSpc>
            </a:pP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ea typeface="Arial" pitchFamily="34" charset="-122"/>
                <a:cs typeface="Arial"/>
              </a:rPr>
              <a:t>КОНТАКТ</a:t>
            </a:r>
            <a:endParaRPr lang="en-US" sz="1125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ts val="1575"/>
              </a:lnSpc>
            </a:pPr>
            <a:r>
              <a:rPr lang="en-US" sz="1100" kern="0" spc="22" dirty="0">
                <a:solidFill>
                  <a:srgbClr val="FFFFFF">
                    <a:alpha val="99000"/>
                  </a:srgbClr>
                </a:solidFill>
                <a:ea typeface="+mn-lt"/>
                <a:cs typeface="+mn-lt"/>
              </a:rPr>
              <a:t>@nlref</a:t>
            </a:r>
            <a:br>
              <a:rPr lang="en-US" sz="1100" b="1" kern="0" spc="22" dirty="0">
                <a:latin typeface="Arial"/>
                <a:ea typeface="Arial" pitchFamily="34" charset="-122"/>
                <a:cs typeface="Arial"/>
              </a:rPr>
            </a:br>
            <a:endParaRPr lang="en-US" sz="1100">
              <a:ea typeface="Calibri"/>
              <a:cs typeface="Calibri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6581775" y="4429125"/>
            <a:ext cx="1138237" cy="1000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575"/>
              </a:lnSpc>
            </a:pP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ea typeface="Arial" pitchFamily="34" charset="-122"/>
                <a:cs typeface="Arial"/>
              </a:rPr>
              <a:t>КОНТАКТ|</a:t>
            </a:r>
            <a:br>
              <a:rPr lang="en-US" sz="1100" b="1" kern="0" spc="22" dirty="0">
                <a:latin typeface="Arial"/>
                <a:ea typeface="Arial" pitchFamily="34" charset="-122"/>
                <a:cs typeface="Arial"/>
              </a:rPr>
            </a:br>
            <a:r>
              <a:rPr lang="en-US" sz="1100" kern="0" spc="22" dirty="0">
                <a:solidFill>
                  <a:srgbClr val="FFFFFF">
                    <a:alpha val="99000"/>
                  </a:srgbClr>
                </a:solidFill>
                <a:latin typeface="Calibri"/>
                <a:ea typeface="Calibri"/>
                <a:cs typeface="Calibri"/>
              </a:rPr>
              <a:t>@</a:t>
            </a:r>
            <a:r>
              <a:rPr lang="en-US" sz="1100" kern="0" spc="22" dirty="0">
                <a:solidFill>
                  <a:srgbClr val="FFFFFF">
                    <a:alpha val="99000"/>
                  </a:srgbClr>
                </a:solidFill>
                <a:ea typeface="+mn-lt"/>
                <a:cs typeface="+mn-lt"/>
              </a:rPr>
              <a:t>T116EH77</a:t>
            </a:r>
            <a:br>
              <a:rPr lang="en-US" sz="1100" b="1" kern="0" spc="22" dirty="0">
                <a:latin typeface="Arial"/>
                <a:ea typeface="Arial" pitchFamily="34" charset="-122"/>
                <a:cs typeface="Arial"/>
              </a:rPr>
            </a:br>
            <a:endParaRPr lang="en-US" sz="1125" dirty="0"/>
          </a:p>
        </p:txBody>
      </p:sp>
      <p:sp>
        <p:nvSpPr>
          <p:cNvPr id="21" name="Text 15"/>
          <p:cNvSpPr/>
          <p:nvPr/>
        </p:nvSpPr>
        <p:spPr>
          <a:xfrm>
            <a:off x="6691313" y="3595687"/>
            <a:ext cx="1157288" cy="1000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00" b="1" kern="0" spc="22" dirty="0" err="1">
                <a:solidFill>
                  <a:srgbClr val="000000">
                    <a:alpha val="99000"/>
                  </a:srgbClr>
                </a:solidFill>
                <a:latin typeface="Arial"/>
                <a:cs typeface="Arial"/>
              </a:rPr>
              <a:t>Гений</a:t>
            </a:r>
          </a:p>
        </p:txBody>
      </p:sp>
      <p:sp>
        <p:nvSpPr>
          <p:cNvPr id="23" name="Text 17"/>
          <p:cNvSpPr/>
          <p:nvPr/>
        </p:nvSpPr>
        <p:spPr>
          <a:xfrm>
            <a:off x="809625" y="3552825"/>
            <a:ext cx="115728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kern="0" spc="22" dirty="0">
                <a:solidFill>
                  <a:srgbClr val="00000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КАПИТАН</a:t>
            </a:r>
            <a:endParaRPr lang="en-US" sz="1125" dirty="0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EEFF0B95-2215-8A54-3E94-2D0BFD65F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6" y="1197768"/>
            <a:ext cx="2229808" cy="1809750"/>
          </a:xfrm>
          <a:prstGeom prst="rect">
            <a:avLst/>
          </a:prstGeom>
        </p:spPr>
      </p:pic>
      <p:pic>
        <p:nvPicPr>
          <p:cNvPr id="25" name="Image 3" descr="preencoded.png">
            <a:extLst>
              <a:ext uri="{FF2B5EF4-FFF2-40B4-BE49-F238E27FC236}">
                <a16:creationId xmlns:a16="http://schemas.microsoft.com/office/drawing/2014/main" id="{78CF379A-E61F-CF6C-B6C3-D7E26F2D3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913" y="1197768"/>
            <a:ext cx="2229808" cy="18097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8A2C8B-E039-E6C5-595F-9685CE6B426C}"/>
              </a:ext>
            </a:extLst>
          </p:cNvPr>
          <p:cNvSpPr txBox="1"/>
          <p:nvPr/>
        </p:nvSpPr>
        <p:spPr>
          <a:xfrm>
            <a:off x="2518512" y="3021220"/>
            <a:ext cx="1139086" cy="2737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67040D-5A44-E9C7-2BCC-B5C1738646A1}"/>
              </a:ext>
            </a:extLst>
          </p:cNvPr>
          <p:cNvSpPr txBox="1"/>
          <p:nvPr/>
        </p:nvSpPr>
        <p:spPr>
          <a:xfrm>
            <a:off x="3930041" y="3029733"/>
            <a:ext cx="540184" cy="2505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A032C5-0542-5DF5-DDD1-FCF3D9B3BCBB}"/>
              </a:ext>
            </a:extLst>
          </p:cNvPr>
          <p:cNvSpPr txBox="1"/>
          <p:nvPr/>
        </p:nvSpPr>
        <p:spPr>
          <a:xfrm>
            <a:off x="2326890" y="2985524"/>
            <a:ext cx="1398805" cy="269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100" dirty="0">
                <a:solidFill>
                  <a:schemeClr val="bg1"/>
                </a:solidFill>
                <a:latin typeface="Arial"/>
                <a:ea typeface="Calibri"/>
                <a:cs typeface="Calibri"/>
              </a:rPr>
              <a:t>Иван </a:t>
            </a:r>
            <a:r>
              <a:rPr lang="ru-RU" sz="1100" err="1">
                <a:solidFill>
                  <a:schemeClr val="bg1"/>
                </a:solidFill>
                <a:latin typeface="Arial"/>
                <a:ea typeface="Calibri"/>
                <a:cs typeface="Calibri"/>
              </a:rPr>
              <a:t>Мерченков</a:t>
            </a:r>
            <a:endParaRPr lang="ru-RU" dirty="0">
              <a:solidFill>
                <a:schemeClr val="bg1"/>
              </a:solidFill>
              <a:latin typeface="Arial"/>
              <a:ea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5" name="Рукописный ввод 34">
                <a:extLst>
                  <a:ext uri="{FF2B5EF4-FFF2-40B4-BE49-F238E27FC236}">
                    <a16:creationId xmlns:a16="http://schemas.microsoft.com/office/drawing/2014/main" id="{AC3A2DD4-23AD-C93E-4886-2B46926000AB}"/>
                  </a:ext>
                </a:extLst>
              </p14:cNvPr>
              <p14:cNvContentPartPr/>
              <p14:nvPr/>
            </p14:nvContentPartPr>
            <p14:xfrm>
              <a:off x="3311568" y="3898726"/>
              <a:ext cx="7828" cy="7828"/>
            </p14:xfrm>
          </p:contentPart>
        </mc:Choice>
        <mc:Fallback xmlns="">
          <p:pic>
            <p:nvPicPr>
              <p:cNvPr id="35" name="Рукописный ввод 34">
                <a:extLst>
                  <a:ext uri="{FF2B5EF4-FFF2-40B4-BE49-F238E27FC236}">
                    <a16:creationId xmlns:a16="http://schemas.microsoft.com/office/drawing/2014/main" id="{AC3A2DD4-23AD-C93E-4886-2B46926000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45196" y="1558154"/>
                <a:ext cx="2348400" cy="469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6" name="Рукописный ввод 35">
                <a:extLst>
                  <a:ext uri="{FF2B5EF4-FFF2-40B4-BE49-F238E27FC236}">
                    <a16:creationId xmlns:a16="http://schemas.microsoft.com/office/drawing/2014/main" id="{ABC0BE1E-42AA-6EF4-E766-6B1644CDBAD7}"/>
                  </a:ext>
                </a:extLst>
              </p14:cNvPr>
              <p14:cNvContentPartPr/>
              <p14:nvPr/>
            </p14:nvContentPartPr>
            <p14:xfrm flipH="1" flipV="1">
              <a:off x="2505267" y="3906555"/>
              <a:ext cx="1150767" cy="156575"/>
            </p14:xfrm>
          </p:contentPart>
        </mc:Choice>
        <mc:Fallback xmlns="">
          <p:pic>
            <p:nvPicPr>
              <p:cNvPr id="36" name="Рукописный ввод 35">
                <a:extLst>
                  <a:ext uri="{FF2B5EF4-FFF2-40B4-BE49-F238E27FC236}">
                    <a16:creationId xmlns:a16="http://schemas.microsoft.com/office/drawing/2014/main" id="{ABC0BE1E-42AA-6EF4-E766-6B1644CDBAD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flipH="1" flipV="1">
                <a:off x="2451274" y="-43065945"/>
                <a:ext cx="1258393" cy="939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2" name="Рукописный ввод 41">
                <a:extLst>
                  <a:ext uri="{FF2B5EF4-FFF2-40B4-BE49-F238E27FC236}">
                    <a16:creationId xmlns:a16="http://schemas.microsoft.com/office/drawing/2014/main" id="{7DA1EED9-BA37-F34D-16C2-04870B35BA01}"/>
                  </a:ext>
                </a:extLst>
              </p14:cNvPr>
              <p14:cNvContentPartPr/>
              <p14:nvPr/>
            </p14:nvContentPartPr>
            <p14:xfrm>
              <a:off x="1119514" y="3530774"/>
              <a:ext cx="7828" cy="7828"/>
            </p14:xfrm>
          </p:contentPart>
        </mc:Choice>
        <mc:Fallback xmlns="">
          <p:pic>
            <p:nvPicPr>
              <p:cNvPr id="42" name="Рукописный ввод 41">
                <a:extLst>
                  <a:ext uri="{FF2B5EF4-FFF2-40B4-BE49-F238E27FC236}">
                    <a16:creationId xmlns:a16="http://schemas.microsoft.com/office/drawing/2014/main" id="{7DA1EED9-BA37-F34D-16C2-04870B35BA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46858" y="1182374"/>
                <a:ext cx="2348400" cy="469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3" name="Рукописный ввод 42">
                <a:extLst>
                  <a:ext uri="{FF2B5EF4-FFF2-40B4-BE49-F238E27FC236}">
                    <a16:creationId xmlns:a16="http://schemas.microsoft.com/office/drawing/2014/main" id="{9AE196B7-C03E-CC7A-A88E-96305676DC25}"/>
                  </a:ext>
                </a:extLst>
              </p14:cNvPr>
              <p14:cNvContentPartPr/>
              <p14:nvPr/>
            </p14:nvContentPartPr>
            <p14:xfrm>
              <a:off x="1510952" y="3687349"/>
              <a:ext cx="7828" cy="7828"/>
            </p14:xfrm>
          </p:contentPart>
        </mc:Choice>
        <mc:Fallback xmlns="">
          <p:pic>
            <p:nvPicPr>
              <p:cNvPr id="43" name="Рукописный ввод 42">
                <a:extLst>
                  <a:ext uri="{FF2B5EF4-FFF2-40B4-BE49-F238E27FC236}">
                    <a16:creationId xmlns:a16="http://schemas.microsoft.com/office/drawing/2014/main" id="{9AE196B7-C03E-CC7A-A88E-96305676DC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4580" y="1346777"/>
                <a:ext cx="2348400" cy="469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4" name="Рукописный ввод 43">
                <a:extLst>
                  <a:ext uri="{FF2B5EF4-FFF2-40B4-BE49-F238E27FC236}">
                    <a16:creationId xmlns:a16="http://schemas.microsoft.com/office/drawing/2014/main" id="{4FB965F8-158A-6E36-F46B-15DF29C9F6C3}"/>
                  </a:ext>
                </a:extLst>
              </p14:cNvPr>
              <p14:cNvContentPartPr/>
              <p14:nvPr/>
            </p14:nvContentPartPr>
            <p14:xfrm>
              <a:off x="1448322" y="3629447"/>
              <a:ext cx="7828" cy="7828"/>
            </p14:xfrm>
          </p:contentPart>
        </mc:Choice>
        <mc:Fallback xmlns="">
          <p:pic>
            <p:nvPicPr>
              <p:cNvPr id="44" name="Рукописный ввод 43">
                <a:extLst>
                  <a:ext uri="{FF2B5EF4-FFF2-40B4-BE49-F238E27FC236}">
                    <a16:creationId xmlns:a16="http://schemas.microsoft.com/office/drawing/2014/main" id="{4FB965F8-158A-6E36-F46B-15DF29C9F6C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4122" y="3395390"/>
                <a:ext cx="2348400" cy="476725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Блок-схема: знак завершения 44">
            <a:extLst>
              <a:ext uri="{FF2B5EF4-FFF2-40B4-BE49-F238E27FC236}">
                <a16:creationId xmlns:a16="http://schemas.microsoft.com/office/drawing/2014/main" id="{85578DAA-3D69-E355-74E7-514CD14CFE45}"/>
              </a:ext>
            </a:extLst>
          </p:cNvPr>
          <p:cNvSpPr/>
          <p:nvPr/>
        </p:nvSpPr>
        <p:spPr>
          <a:xfrm>
            <a:off x="5339219" y="3509206"/>
            <a:ext cx="1088198" cy="234863"/>
          </a:xfrm>
          <a:prstGeom prst="flowChartTermina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2" name="Рукописный ввод 51">
                <a:extLst>
                  <a:ext uri="{FF2B5EF4-FFF2-40B4-BE49-F238E27FC236}">
                    <a16:creationId xmlns:a16="http://schemas.microsoft.com/office/drawing/2014/main" id="{0BC36634-E0CA-4BFC-FB08-A2B1745752EE}"/>
                  </a:ext>
                </a:extLst>
              </p14:cNvPr>
              <p14:cNvContentPartPr/>
              <p14:nvPr/>
            </p14:nvContentPartPr>
            <p14:xfrm>
              <a:off x="3170651" y="4086616"/>
              <a:ext cx="7828" cy="7828"/>
            </p14:xfrm>
          </p:contentPart>
        </mc:Choice>
        <mc:Fallback xmlns="">
          <p:pic>
            <p:nvPicPr>
              <p:cNvPr id="52" name="Рукописный ввод 51">
                <a:extLst>
                  <a:ext uri="{FF2B5EF4-FFF2-40B4-BE49-F238E27FC236}">
                    <a16:creationId xmlns:a16="http://schemas.microsoft.com/office/drawing/2014/main" id="{0BC36634-E0CA-4BFC-FB08-A2B1745752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04279" y="1746044"/>
                <a:ext cx="2348400" cy="4696800"/>
              </a:xfrm>
              <a:prstGeom prst="rect">
                <a:avLst/>
              </a:prstGeom>
            </p:spPr>
          </p:pic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22975ED6-902A-26EB-5A05-08B336EFA541}"/>
              </a:ext>
            </a:extLst>
          </p:cNvPr>
          <p:cNvSpPr txBox="1"/>
          <p:nvPr/>
        </p:nvSpPr>
        <p:spPr>
          <a:xfrm>
            <a:off x="4034621" y="3518070"/>
            <a:ext cx="923793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1100" b="1" dirty="0">
                <a:latin typeface="Arial"/>
                <a:ea typeface="Calibri"/>
                <a:cs typeface="Calibri"/>
              </a:rPr>
              <a:t>Бог</a:t>
            </a:r>
            <a:endParaRPr lang="ru-RU" sz="1100" b="1" dirty="0">
              <a:latin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429711C-F4A0-DB92-19BF-D415E09FA091}"/>
              </a:ext>
            </a:extLst>
          </p:cNvPr>
          <p:cNvSpPr txBox="1"/>
          <p:nvPr/>
        </p:nvSpPr>
        <p:spPr>
          <a:xfrm>
            <a:off x="3937869" y="2998417"/>
            <a:ext cx="915965" cy="2583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ru-RU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D0A1ADC-AF91-4F5E-276A-2586E370DAA1}"/>
              </a:ext>
            </a:extLst>
          </p:cNvPr>
          <p:cNvSpPr txBox="1"/>
          <p:nvPr/>
        </p:nvSpPr>
        <p:spPr>
          <a:xfrm>
            <a:off x="3725459" y="3014961"/>
            <a:ext cx="142483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100" dirty="0">
                <a:solidFill>
                  <a:schemeClr val="bg1"/>
                </a:solidFill>
                <a:latin typeface="Arial"/>
                <a:ea typeface="Calibri"/>
                <a:cs typeface="Calibri"/>
              </a:rPr>
              <a:t>Дмитрий </a:t>
            </a:r>
            <a:r>
              <a:rPr lang="ru-RU" sz="1100" err="1">
                <a:solidFill>
                  <a:schemeClr val="bg1"/>
                </a:solidFill>
                <a:latin typeface="Arial"/>
                <a:ea typeface="Calibri"/>
                <a:cs typeface="Calibri"/>
              </a:rPr>
              <a:t>алексеев</a:t>
            </a:r>
            <a:endParaRPr lang="ru-RU" sz="1100" dirty="0">
              <a:solidFill>
                <a:schemeClr val="bg1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BC9E5C8-825A-3DC8-6F1F-B0D5C572C704}"/>
              </a:ext>
            </a:extLst>
          </p:cNvPr>
          <p:cNvSpPr txBox="1"/>
          <p:nvPr/>
        </p:nvSpPr>
        <p:spPr>
          <a:xfrm>
            <a:off x="5472307" y="3499458"/>
            <a:ext cx="82984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100" b="1" dirty="0">
                <a:latin typeface="Arial"/>
                <a:ea typeface="Calibri"/>
                <a:cs typeface="Calibri"/>
              </a:rPr>
              <a:t>Молодой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5C3D042-58A5-EB67-79D0-35FB6922F418}"/>
              </a:ext>
            </a:extLst>
          </p:cNvPr>
          <p:cNvSpPr txBox="1"/>
          <p:nvPr/>
        </p:nvSpPr>
        <p:spPr>
          <a:xfrm>
            <a:off x="5378363" y="4313650"/>
            <a:ext cx="89247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100" b="1" dirty="0">
                <a:solidFill>
                  <a:schemeClr val="bg1"/>
                </a:solidFill>
                <a:latin typeface="Arial"/>
                <a:ea typeface="Calibri"/>
                <a:cs typeface="Calibri"/>
              </a:rPr>
              <a:t>КОНТАКТ</a:t>
            </a:r>
            <a:br>
              <a:rPr lang="ru-RU" sz="1100" b="1" dirty="0">
                <a:solidFill>
                  <a:schemeClr val="bg1"/>
                </a:solidFill>
                <a:latin typeface="Arial"/>
                <a:ea typeface="Calibri"/>
                <a:cs typeface="Calibri"/>
              </a:rPr>
            </a:br>
            <a:r>
              <a:rPr lang="ru-RU" sz="1100" dirty="0">
                <a:solidFill>
                  <a:schemeClr val="bg1"/>
                </a:solidFill>
                <a:ea typeface="+mn-lt"/>
                <a:cs typeface="+mn-lt"/>
              </a:rPr>
              <a:t>@onlyewq</a:t>
            </a:r>
            <a:endParaRPr lang="ru-RU" sz="1100" b="1" dirty="0">
              <a:solidFill>
                <a:schemeClr val="bg1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90" name="Блок-схема: знак завершения 89">
            <a:extLst>
              <a:ext uri="{FF2B5EF4-FFF2-40B4-BE49-F238E27FC236}">
                <a16:creationId xmlns:a16="http://schemas.microsoft.com/office/drawing/2014/main" id="{DAFF0851-635B-4CDE-86E1-3413C0FF7A4B}"/>
              </a:ext>
            </a:extLst>
          </p:cNvPr>
          <p:cNvSpPr/>
          <p:nvPr/>
        </p:nvSpPr>
        <p:spPr>
          <a:xfrm>
            <a:off x="2452472" y="3475971"/>
            <a:ext cx="1009911" cy="258350"/>
          </a:xfrm>
          <a:prstGeom prst="flowChartTermina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b="1" dirty="0">
                <a:solidFill>
                  <a:schemeClr val="tx1"/>
                </a:solidFill>
                <a:latin typeface="Arial"/>
                <a:ea typeface="Calibri"/>
                <a:cs typeface="Calibri"/>
              </a:rPr>
              <a:t>Гений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35A18C0-86AF-5F2B-90F4-56109CA24EA7}"/>
              </a:ext>
            </a:extLst>
          </p:cNvPr>
          <p:cNvSpPr txBox="1"/>
          <p:nvPr/>
        </p:nvSpPr>
        <p:spPr>
          <a:xfrm>
            <a:off x="2387774" y="4235363"/>
            <a:ext cx="115082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100" dirty="0">
                <a:solidFill>
                  <a:schemeClr val="bg1"/>
                </a:solidFill>
                <a:latin typeface="Arial"/>
                <a:ea typeface="Calibri"/>
                <a:cs typeface="Calibri"/>
              </a:rPr>
              <a:t>КОНТАКТ</a:t>
            </a:r>
            <a:br>
              <a:rPr lang="ru-RU" sz="1100" dirty="0">
                <a:solidFill>
                  <a:schemeClr val="bg1"/>
                </a:solidFill>
                <a:latin typeface="Arial"/>
                <a:ea typeface="Calibri"/>
                <a:cs typeface="Calibri"/>
              </a:rPr>
            </a:br>
            <a:r>
              <a:rPr lang="ru-RU" sz="1100" dirty="0">
                <a:solidFill>
                  <a:schemeClr val="bg1"/>
                </a:solidFill>
                <a:ea typeface="+mn-lt"/>
                <a:cs typeface="+mn-lt"/>
              </a:rPr>
              <a:t>@VazelinovyDristoz</a:t>
            </a:r>
            <a:br>
              <a:rPr lang="ru-RU" sz="1100" dirty="0">
                <a:latin typeface="Arial"/>
                <a:ea typeface="Calibri"/>
                <a:cs typeface="Calibri"/>
              </a:rPr>
            </a:br>
            <a:endParaRPr lang="ru-RU" sz="110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43450" y="957263"/>
            <a:ext cx="4286250" cy="2705100"/>
          </a:xfrm>
          <a:prstGeom prst="rect">
            <a:avLst/>
          </a:prstGeom>
          <a:noFill/>
          <a:ln w="12700">
            <a:solidFill>
              <a:srgbClr val="CBFD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5243" y="1833105"/>
            <a:ext cx="4286250" cy="2705100"/>
          </a:xfrm>
          <a:prstGeom prst="rect">
            <a:avLst/>
          </a:prstGeom>
          <a:noFill/>
          <a:ln w="12700">
            <a:solidFill>
              <a:srgbClr val="CBFD6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388" y="2262188"/>
            <a:ext cx="790575" cy="79057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325" y="1238250"/>
            <a:ext cx="795338" cy="7905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0975" y="285750"/>
            <a:ext cx="5257800" cy="423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5347"/>
              </a:lnSpc>
              <a:buNone/>
            </a:pPr>
            <a:r>
              <a:rPr lang="en-US" sz="4650" dirty="0">
                <a:solidFill>
                  <a:srgbClr val="CBFD6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ПРОБЛЕМАТИКА</a:t>
            </a:r>
            <a:endParaRPr lang="en-US" sz="4650" dirty="0"/>
          </a:p>
        </p:txBody>
      </p:sp>
      <p:sp>
        <p:nvSpPr>
          <p:cNvPr id="7" name="Text 3"/>
          <p:cNvSpPr/>
          <p:nvPr/>
        </p:nvSpPr>
        <p:spPr>
          <a:xfrm>
            <a:off x="4981575" y="3219450"/>
            <a:ext cx="619125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kern="0" spc="22" dirty="0">
                <a:solidFill>
                  <a:srgbClr val="FFFFF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  <p:sp>
        <p:nvSpPr>
          <p:cNvPr id="8" name="Text 4"/>
          <p:cNvSpPr/>
          <p:nvPr/>
        </p:nvSpPr>
        <p:spPr>
          <a:xfrm>
            <a:off x="523875" y="4291013"/>
            <a:ext cx="619125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kern="0" spc="22" dirty="0">
                <a:solidFill>
                  <a:srgbClr val="FFFFF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  <p:sp>
        <p:nvSpPr>
          <p:cNvPr id="9" name="Text 5"/>
          <p:cNvSpPr/>
          <p:nvPr/>
        </p:nvSpPr>
        <p:spPr>
          <a:xfrm>
            <a:off x="285750" y="1414463"/>
            <a:ext cx="3148013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kern="0" spc="22" dirty="0">
                <a:solidFill>
                  <a:srgbClr val="FFFFF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КАКОЙ ФУНКЦИОНАЛ НЕОБХОДИМ?</a:t>
            </a:r>
            <a:endParaRPr lang="en-US" sz="1125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1B1AD3-1F2F-AD76-EC13-FB9A94800027}"/>
              </a:ext>
            </a:extLst>
          </p:cNvPr>
          <p:cNvSpPr txBox="1"/>
          <p:nvPr/>
        </p:nvSpPr>
        <p:spPr>
          <a:xfrm>
            <a:off x="4945672" y="1055077"/>
            <a:ext cx="2439865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1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Живая статистика</a:t>
            </a:r>
            <a:endParaRPr lang="ru-RU" sz="1100">
              <a:solidFill>
                <a:schemeClr val="bg1"/>
              </a:solidFill>
              <a:latin typeface="Arial"/>
              <a:ea typeface="Calibri"/>
              <a:cs typeface="Calibri"/>
            </a:endParaRPr>
          </a:p>
          <a:p>
            <a:r>
              <a:rPr lang="ru-RU" sz="11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Детальная аналитика по типам происшествий</a:t>
            </a:r>
            <a:endParaRPr lang="ru-RU" sz="1100">
              <a:solidFill>
                <a:schemeClr val="bg1"/>
              </a:solidFill>
              <a:latin typeface="Arial"/>
              <a:ea typeface="Calibri"/>
              <a:cs typeface="Calibri"/>
            </a:endParaRPr>
          </a:p>
          <a:p>
            <a:r>
              <a:rPr lang="ru-RU" sz="11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Тепловая карта аварийности</a:t>
            </a:r>
            <a:endParaRPr lang="ru-RU" sz="1100">
              <a:solidFill>
                <a:schemeClr val="bg1"/>
              </a:solidFill>
              <a:latin typeface="Arial"/>
              <a:ea typeface="Calibri"/>
              <a:cs typeface="Calibri"/>
            </a:endParaRPr>
          </a:p>
          <a:p>
            <a:r>
              <a:rPr lang="ru-RU" sz="11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Фильтрация по периодам и типам ДТП</a:t>
            </a:r>
            <a:endParaRPr lang="ru-RU" sz="1100">
              <a:solidFill>
                <a:schemeClr val="bg1"/>
              </a:solidFill>
              <a:latin typeface="Arial"/>
              <a:ea typeface="Calibri"/>
              <a:cs typeface="Calibri"/>
            </a:endParaRPr>
          </a:p>
          <a:p>
            <a:r>
              <a:rPr lang="ru-RU" sz="11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Информация о патрульных автомобилях</a:t>
            </a:r>
            <a:endParaRPr lang="ru-RU" sz="1100">
              <a:solidFill>
                <a:schemeClr val="bg1"/>
              </a:solidFill>
              <a:latin typeface="Arial"/>
              <a:ea typeface="Calibri"/>
              <a:cs typeface="Calibri"/>
            </a:endParaRPr>
          </a:p>
          <a:p>
            <a:r>
              <a:rPr lang="ru-RU" sz="11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Онлайн-мониторинг местоположения</a:t>
            </a:r>
            <a:endParaRPr lang="ru-RU" sz="1100">
              <a:solidFill>
                <a:schemeClr val="bg1"/>
              </a:solidFill>
              <a:latin typeface="Arial"/>
              <a:ea typeface="Calibri"/>
              <a:cs typeface="Calibri"/>
            </a:endParaRPr>
          </a:p>
          <a:p>
            <a:r>
              <a:rPr lang="ru-RU" sz="11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Автоматическая фиксация нарушений</a:t>
            </a:r>
            <a:endParaRPr lang="ru-RU" sz="1100">
              <a:solidFill>
                <a:schemeClr val="bg1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79F27F-6929-1553-13C7-32CD108B303F}"/>
              </a:ext>
            </a:extLst>
          </p:cNvPr>
          <p:cNvSpPr txBox="1"/>
          <p:nvPr/>
        </p:nvSpPr>
        <p:spPr>
          <a:xfrm>
            <a:off x="329711" y="2066192"/>
            <a:ext cx="2439865" cy="9387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1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Распознавание "в один клик", Умная карта приема, Персональная статистика и геймификация</a:t>
            </a:r>
            <a:r>
              <a:rPr lang="ru-RU" sz="1100" dirty="0">
                <a:solidFill>
                  <a:schemeClr val="bg1"/>
                </a:solidFill>
                <a:latin typeface="Arial"/>
                <a:ea typeface="Calibri"/>
                <a:cs typeface="Calibri"/>
              </a:rPr>
              <a:t> и мы </a:t>
            </a:r>
            <a:br>
              <a:rPr lang="ru-RU" sz="1100" dirty="0">
                <a:solidFill>
                  <a:schemeClr val="bg1"/>
                </a:solidFill>
                <a:latin typeface="Arial"/>
                <a:ea typeface="Calibri"/>
                <a:cs typeface="Calibri"/>
              </a:rPr>
            </a:br>
            <a:r>
              <a:rPr lang="ru-RU" sz="1100" dirty="0">
                <a:solidFill>
                  <a:schemeClr val="bg1"/>
                </a:solidFill>
                <a:latin typeface="Arial"/>
                <a:ea typeface="Calibri"/>
                <a:cs typeface="Calibri"/>
              </a:rPr>
              <a:t>топ 1 ХАКАТОНА!</a:t>
            </a:r>
            <a:endParaRPr lang="ru-RU" sz="110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6376988" y="2381250"/>
            <a:ext cx="5143500" cy="381000"/>
          </a:xfrm>
          <a:prstGeom prst="rect">
            <a:avLst/>
          </a:prstGeom>
          <a:solidFill>
            <a:srgbClr val="CBFD6F"/>
          </a:solidFill>
          <a:ln/>
        </p:spPr>
      </p:sp>
      <p:sp>
        <p:nvSpPr>
          <p:cNvPr id="3" name="Shape 1"/>
          <p:cNvSpPr/>
          <p:nvPr/>
        </p:nvSpPr>
        <p:spPr>
          <a:xfrm>
            <a:off x="3593306" y="1993106"/>
            <a:ext cx="1138238" cy="290513"/>
          </a:xfrm>
          <a:prstGeom prst="roundRect">
            <a:avLst>
              <a:gd name="adj" fmla="val 62951"/>
            </a:avLst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6843713" y="2845594"/>
            <a:ext cx="1009650" cy="290513"/>
          </a:xfrm>
          <a:prstGeom prst="roundRect">
            <a:avLst>
              <a:gd name="adj" fmla="val 62951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514350" y="2845594"/>
            <a:ext cx="1009650" cy="290513"/>
          </a:xfrm>
          <a:prstGeom prst="roundRect">
            <a:avLst>
              <a:gd name="adj" fmla="val 62951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14350" y="4293394"/>
            <a:ext cx="1009650" cy="290513"/>
          </a:xfrm>
          <a:prstGeom prst="roundRect">
            <a:avLst>
              <a:gd name="adj" fmla="val 62951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14350" y="3569494"/>
            <a:ext cx="1009650" cy="290513"/>
          </a:xfrm>
          <a:prstGeom prst="roundRect">
            <a:avLst>
              <a:gd name="adj" fmla="val 62951"/>
            </a:avLst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4000500" y="2845594"/>
            <a:ext cx="1138238" cy="290513"/>
          </a:xfrm>
          <a:prstGeom prst="roundRect">
            <a:avLst>
              <a:gd name="adj" fmla="val 62951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24126" y="2087051"/>
            <a:ext cx="1423988" cy="290513"/>
          </a:xfrm>
          <a:prstGeom prst="roundRect">
            <a:avLst>
              <a:gd name="adj" fmla="val 62951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636544" y="1140619"/>
            <a:ext cx="1423988" cy="290513"/>
          </a:xfrm>
          <a:prstGeom prst="roundRect">
            <a:avLst>
              <a:gd name="adj" fmla="val 62951"/>
            </a:avLst>
          </a:prstGeom>
          <a:solidFill>
            <a:srgbClr val="000000"/>
          </a:solidFill>
          <a:ln/>
        </p:spPr>
      </p:sp>
      <p:sp>
        <p:nvSpPr>
          <p:cNvPr id="24" name="Text 13"/>
          <p:cNvSpPr/>
          <p:nvPr/>
        </p:nvSpPr>
        <p:spPr>
          <a:xfrm>
            <a:off x="180975" y="219075"/>
            <a:ext cx="5567363" cy="1104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5347"/>
              </a:lnSpc>
              <a:buNone/>
            </a:pPr>
            <a:r>
              <a:rPr lang="en-US" sz="4650" dirty="0">
                <a:solidFill>
                  <a:srgbClr val="CBFD6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4650" dirty="0"/>
          </a:p>
          <a:p>
            <a:pPr marL="0" indent="0" algn="l">
              <a:lnSpc>
                <a:spcPts val="5347"/>
              </a:lnSpc>
              <a:buNone/>
            </a:pPr>
            <a:r>
              <a:rPr lang="en-US" sz="4650" dirty="0">
                <a:solidFill>
                  <a:srgbClr val="CBFD6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РЕШЕНИЯ</a:t>
            </a:r>
            <a:endParaRPr lang="en-US" sz="4650" dirty="0"/>
          </a:p>
        </p:txBody>
      </p:sp>
      <p:sp>
        <p:nvSpPr>
          <p:cNvPr id="28" name="Text 17"/>
          <p:cNvSpPr/>
          <p:nvPr/>
        </p:nvSpPr>
        <p:spPr>
          <a:xfrm>
            <a:off x="6288881" y="769144"/>
            <a:ext cx="2576513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kern="0" spc="22" dirty="0">
                <a:solidFill>
                  <a:srgbClr val="00000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ОБЪЯСНЕНИЕ ТЕХНОЛОГИИ</a:t>
            </a:r>
            <a:endParaRPr lang="en-US" sz="1125" dirty="0"/>
          </a:p>
        </p:txBody>
      </p:sp>
      <p:sp>
        <p:nvSpPr>
          <p:cNvPr id="32" name="Text 21"/>
          <p:cNvSpPr/>
          <p:nvPr/>
        </p:nvSpPr>
        <p:spPr>
          <a:xfrm>
            <a:off x="3186113" y="1626394"/>
            <a:ext cx="2409825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kern="0" spc="22" dirty="0">
                <a:solidFill>
                  <a:srgbClr val="00000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ОБЪЯСНЕНИЕ ФУНКЦИИ 1</a:t>
            </a:r>
            <a:endParaRPr lang="en-US" sz="1125" dirty="0"/>
          </a:p>
        </p:txBody>
      </p:sp>
      <p:pic>
        <p:nvPicPr>
          <p:cNvPr id="38" name="Рисунок 37" descr="Изображение выглядит как текст, диаграмма, снимок экран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24685DC-2567-9A15-98E3-419A112E7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93" y="1428023"/>
            <a:ext cx="8102775" cy="36418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238" y="1738313"/>
            <a:ext cx="7629525" cy="2790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4357688" cy="1104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5347"/>
              </a:lnSpc>
              <a:buNone/>
            </a:pPr>
            <a:r>
              <a:rPr lang="en-US" sz="4650" dirty="0">
                <a:solidFill>
                  <a:srgbClr val="CBFD6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СКРИНКАСТ</a:t>
            </a:r>
            <a:endParaRPr lang="en-US" sz="4650" dirty="0"/>
          </a:p>
          <a:p>
            <a:pPr marL="0" indent="0" algn="l">
              <a:lnSpc>
                <a:spcPts val="5347"/>
              </a:lnSpc>
              <a:buNone/>
            </a:pPr>
            <a:r>
              <a:rPr lang="en-US" sz="4650" dirty="0">
                <a:solidFill>
                  <a:srgbClr val="CBFD6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РЕШЕНИЯ</a:t>
            </a:r>
            <a:endParaRPr lang="en-US" sz="4650" dirty="0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25BB6FB-4D31-72FB-657B-1F32F1B8B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89" y="1703618"/>
            <a:ext cx="7867913" cy="2871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8407" y="2802381"/>
            <a:ext cx="4229100" cy="1245744"/>
          </a:xfrm>
          <a:prstGeom prst="rect">
            <a:avLst/>
          </a:prstGeom>
          <a:noFill/>
          <a:ln w="18796">
            <a:solidFill>
              <a:srgbClr val="CBFD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744" y="1557338"/>
            <a:ext cx="4224338" cy="1244342"/>
          </a:xfrm>
          <a:prstGeom prst="rect">
            <a:avLst/>
          </a:prstGeom>
          <a:noFill/>
          <a:ln w="18775">
            <a:solidFill>
              <a:srgbClr val="CBFD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744" y="2802381"/>
            <a:ext cx="4226719" cy="1245043"/>
          </a:xfrm>
          <a:prstGeom prst="rect">
            <a:avLst/>
          </a:prstGeom>
          <a:noFill/>
          <a:ln w="18785">
            <a:solidFill>
              <a:srgbClr val="CBFD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663" y="1557338"/>
            <a:ext cx="4226719" cy="1245043"/>
          </a:xfrm>
          <a:prstGeom prst="rect">
            <a:avLst/>
          </a:prstGeom>
          <a:noFill/>
          <a:ln w="18785">
            <a:solidFill>
              <a:srgbClr val="CBFD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663" y="381000"/>
            <a:ext cx="4476750" cy="423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5347"/>
              </a:lnSpc>
              <a:buNone/>
            </a:pPr>
            <a:r>
              <a:rPr lang="en-US" sz="4650" dirty="0">
                <a:solidFill>
                  <a:srgbClr val="CBFD6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КИЛЛЕРФИЧИ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559864" y="3061911"/>
            <a:ext cx="79057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2325" b="1" dirty="0">
                <a:solidFill>
                  <a:srgbClr val="CBFD6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559864" y="3543012"/>
            <a:ext cx="3100322" cy="2409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 dirty="0">
                <a:solidFill>
                  <a:srgbClr val="F9FAFB"/>
                </a:solidFill>
              </a:rPr>
              <a:t>Умная </a:t>
            </a:r>
            <a:r>
              <a:rPr lang="en-US" sz="1200" b="1" dirty="0" err="1">
                <a:solidFill>
                  <a:srgbClr val="F9FAFB"/>
                </a:solidFill>
              </a:rPr>
              <a:t>геолокация</a:t>
            </a:r>
            <a:r>
              <a:rPr lang="en-US" sz="1200" b="1" dirty="0">
                <a:solidFill>
                  <a:srgbClr val="F9FAFB"/>
                </a:solidFill>
              </a:rPr>
              <a:t> и </a:t>
            </a:r>
            <a:r>
              <a:rPr lang="en-US" sz="1200" b="1" dirty="0" err="1">
                <a:solidFill>
                  <a:srgbClr val="F9FAFB"/>
                </a:solidFill>
              </a:rPr>
              <a:t>актуальная</a:t>
            </a:r>
            <a:r>
              <a:rPr lang="en-US" sz="1200" b="1" dirty="0">
                <a:solidFill>
                  <a:srgbClr val="F9FAFB"/>
                </a:solidFill>
              </a:rPr>
              <a:t> </a:t>
            </a:r>
            <a:r>
              <a:rPr lang="en-US" sz="1200" b="1" dirty="0" err="1">
                <a:solidFill>
                  <a:srgbClr val="F9FAFB"/>
                </a:solidFill>
              </a:rPr>
              <a:t>карта</a:t>
            </a:r>
            <a:endParaRPr lang="ru-RU" dirty="0" err="1"/>
          </a:p>
          <a:p>
            <a:pPr marL="0" indent="0" algn="l">
              <a:lnSpc>
                <a:spcPts val="1575"/>
              </a:lnSpc>
              <a:buNone/>
            </a:pPr>
            <a:endParaRPr lang="en-US" sz="1100" b="1" kern="0" spc="22" dirty="0">
              <a:solidFill>
                <a:srgbClr val="FFFFFF">
                  <a:alpha val="99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83959" y="1816575"/>
            <a:ext cx="79057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2325" b="1" dirty="0">
                <a:solidFill>
                  <a:srgbClr val="CBFD6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4823102" y="2320608"/>
            <a:ext cx="3123809" cy="1469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 dirty="0">
                <a:solidFill>
                  <a:srgbClr val="F9FAFB"/>
                </a:solidFill>
              </a:rPr>
              <a:t>Высокоточный кастомный датасет</a:t>
            </a:r>
            <a:endParaRPr lang="ru-RU" dirty="0"/>
          </a:p>
          <a:p>
            <a:pPr marL="0" indent="0" algn="l">
              <a:lnSpc>
                <a:spcPts val="1575"/>
              </a:lnSpc>
              <a:buNone/>
            </a:pPr>
            <a:endParaRPr lang="en-US" sz="1100" b="1" kern="0" spc="22" dirty="0">
              <a:solidFill>
                <a:srgbClr val="FFFFFF">
                  <a:alpha val="99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84080" y="3061765"/>
            <a:ext cx="79057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2325" b="1" dirty="0">
                <a:solidFill>
                  <a:srgbClr val="CBFD6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4823223" y="3542588"/>
            <a:ext cx="3389987" cy="2957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 dirty="0">
                <a:solidFill>
                  <a:srgbClr val="F9FAFB"/>
                </a:solidFill>
              </a:rPr>
              <a:t>Архитектура и масштабируемость</a:t>
            </a:r>
            <a:endParaRPr lang="ru-RU" dirty="0"/>
          </a:p>
          <a:p>
            <a:pPr marL="0" indent="0" algn="l">
              <a:lnSpc>
                <a:spcPts val="1575"/>
              </a:lnSpc>
              <a:buNone/>
            </a:pPr>
            <a:endParaRPr lang="en-US" sz="1100" b="1" kern="0" spc="22" dirty="0">
              <a:solidFill>
                <a:srgbClr val="FFFFFF">
                  <a:alpha val="99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9457" y="1816721"/>
            <a:ext cx="79057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2325" b="1" dirty="0">
                <a:solidFill>
                  <a:srgbClr val="CBFD6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 rot="-10800000" flipV="1">
            <a:off x="558998" y="2170524"/>
            <a:ext cx="3491759" cy="29925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575"/>
              </a:lnSpc>
            </a:pPr>
            <a:r>
              <a:rPr lang="ru-RU" sz="1100" dirty="0">
                <a:solidFill>
                  <a:schemeClr val="bg1"/>
                </a:solidFill>
              </a:rPr>
              <a:t>"Умное" распознавание отходов на </a:t>
            </a:r>
            <a:r>
              <a:rPr lang="af-ZA" sz="1100" err="1">
                <a:solidFill>
                  <a:schemeClr val="bg1"/>
                </a:solidFill>
              </a:rPr>
              <a:t>edge</a:t>
            </a:r>
            <a:r>
              <a:rPr lang="af-ZA" sz="1100" dirty="0">
                <a:solidFill>
                  <a:schemeClr val="bg1"/>
                </a:solidFill>
              </a:rPr>
              <a:t>-</a:t>
            </a:r>
            <a:r>
              <a:rPr lang="ru-RU" sz="1100" dirty="0">
                <a:solidFill>
                  <a:schemeClr val="bg1"/>
                </a:solidFill>
              </a:rPr>
              <a:t>устройстве</a:t>
            </a:r>
            <a:endParaRPr lang="en-US" sz="1100" kern="0" spc="22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1657350"/>
            <a:ext cx="4286250" cy="952500"/>
          </a:xfrm>
          <a:prstGeom prst="rect">
            <a:avLst/>
          </a:prstGeom>
          <a:noFill/>
          <a:ln w="12700">
            <a:solidFill>
              <a:srgbClr val="CBFD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5750" y="1657350"/>
            <a:ext cx="4286250" cy="952500"/>
          </a:xfrm>
          <a:prstGeom prst="rect">
            <a:avLst/>
          </a:prstGeom>
          <a:noFill/>
          <a:ln w="12700">
            <a:solidFill>
              <a:srgbClr val="CBFD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00750" y="2609850"/>
            <a:ext cx="2857500" cy="1752600"/>
          </a:xfrm>
          <a:prstGeom prst="rect">
            <a:avLst/>
          </a:prstGeom>
          <a:noFill/>
          <a:ln w="12700">
            <a:solidFill>
              <a:srgbClr val="CBFD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43250" y="2609850"/>
            <a:ext cx="2857500" cy="1752600"/>
          </a:xfrm>
          <a:prstGeom prst="rect">
            <a:avLst/>
          </a:prstGeom>
          <a:noFill/>
          <a:ln w="12700">
            <a:solidFill>
              <a:srgbClr val="CBFD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5750" y="2609850"/>
            <a:ext cx="2857500" cy="1752600"/>
          </a:xfrm>
          <a:prstGeom prst="rect">
            <a:avLst/>
          </a:prstGeom>
          <a:noFill/>
          <a:ln w="12700">
            <a:solidFill>
              <a:srgbClr val="CBFD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5750" y="285750"/>
            <a:ext cx="5810250" cy="1104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5347"/>
              </a:lnSpc>
              <a:buNone/>
            </a:pPr>
            <a:r>
              <a:rPr lang="en-US" sz="4650" dirty="0">
                <a:solidFill>
                  <a:srgbClr val="CBFD6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СЦЕНАРИИ ИСПОЛЬЗОВАНИЯ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5053013" y="1928813"/>
            <a:ext cx="2909887" cy="4000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575"/>
              </a:lnSpc>
            </a:pP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Удобный</a:t>
            </a: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</a:t>
            </a: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доступ</a:t>
            </a: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к </a:t>
            </a: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сайту</a:t>
            </a:r>
          </a:p>
        </p:txBody>
      </p:sp>
      <p:sp>
        <p:nvSpPr>
          <p:cNvPr id="9" name="Text 7"/>
          <p:cNvSpPr/>
          <p:nvPr/>
        </p:nvSpPr>
        <p:spPr>
          <a:xfrm>
            <a:off x="552450" y="2128837"/>
            <a:ext cx="3624262" cy="571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575"/>
              </a:lnSpc>
            </a:pP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Удобный</a:t>
            </a: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</a:t>
            </a: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доступ</a:t>
            </a: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к </a:t>
            </a: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услугам</a:t>
            </a:r>
          </a:p>
        </p:txBody>
      </p:sp>
      <p:sp>
        <p:nvSpPr>
          <p:cNvPr id="10" name="Text 8"/>
          <p:cNvSpPr/>
          <p:nvPr/>
        </p:nvSpPr>
        <p:spPr>
          <a:xfrm>
            <a:off x="3467101" y="3733800"/>
            <a:ext cx="2024061" cy="2786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575"/>
              </a:lnSpc>
            </a:pP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Очень</a:t>
            </a: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</a:t>
            </a: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красивая</a:t>
            </a: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</a:t>
            </a: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реализицая</a:t>
            </a: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</a:t>
            </a: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проекта</a:t>
            </a: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!</a:t>
            </a:r>
          </a:p>
        </p:txBody>
      </p:sp>
      <p:sp>
        <p:nvSpPr>
          <p:cNvPr id="11" name="Text 9"/>
          <p:cNvSpPr/>
          <p:nvPr/>
        </p:nvSpPr>
        <p:spPr>
          <a:xfrm>
            <a:off x="550070" y="3726656"/>
            <a:ext cx="2295524" cy="2786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575"/>
              </a:lnSpc>
            </a:pP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Заходишь</a:t>
            </a: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и </a:t>
            </a: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радуешься</a:t>
            </a: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</a:t>
            </a: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жизни</a:t>
            </a:r>
            <a:endParaRPr lang="en-US" sz="1100" b="1" kern="0" spc="22" dirty="0">
              <a:solidFill>
                <a:srgbClr val="FFFFFF">
                  <a:alpha val="99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57950" y="3740944"/>
            <a:ext cx="1931193" cy="27146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575"/>
              </a:lnSpc>
            </a:pP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Полная</a:t>
            </a: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</a:t>
            </a: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статистика</a:t>
            </a:r>
            <a:endParaRPr lang="en-US" sz="1125" dirty="0" err="1"/>
          </a:p>
        </p:txBody>
      </p:sp>
      <p:sp>
        <p:nvSpPr>
          <p:cNvPr id="13" name="Text 11"/>
          <p:cNvSpPr/>
          <p:nvPr/>
        </p:nvSpPr>
        <p:spPr>
          <a:xfrm>
            <a:off x="557213" y="3186113"/>
            <a:ext cx="1928813" cy="209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2300" b="1" dirty="0">
                <a:solidFill>
                  <a:srgbClr val="CBFD6F">
                    <a:alpha val="99000"/>
                  </a:srgbClr>
                </a:solidFill>
                <a:latin typeface="Arial"/>
                <a:cs typeface="Arial"/>
              </a:rPr>
              <a:t>Index.html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3467100" y="3186113"/>
            <a:ext cx="1928813" cy="209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2300" b="1" dirty="0">
                <a:solidFill>
                  <a:srgbClr val="CBFD6F">
                    <a:alpha val="99000"/>
                  </a:srgbClr>
                </a:solidFill>
                <a:latin typeface="Arial"/>
                <a:cs typeface="Arial"/>
              </a:rPr>
              <a:t>Style.css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6098382" y="3128963"/>
            <a:ext cx="2207419" cy="266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2300" b="1" dirty="0">
                <a:solidFill>
                  <a:srgbClr val="CBFD6F">
                    <a:alpha val="99000"/>
                  </a:srgbClr>
                </a:solidFill>
                <a:latin typeface="Arial"/>
                <a:cs typeface="Arial"/>
              </a:rPr>
              <a:t>Statistics.html</a:t>
            </a:r>
            <a:endParaRPr lang="en-US" sz="23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0975" y="2719388"/>
            <a:ext cx="4229100" cy="857785"/>
          </a:xfrm>
          <a:prstGeom prst="rect">
            <a:avLst/>
          </a:prstGeom>
          <a:noFill/>
          <a:ln w="18796">
            <a:solidFill>
              <a:srgbClr val="CBFD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25144" y="2024062"/>
            <a:ext cx="4224338" cy="1013841"/>
          </a:xfrm>
          <a:prstGeom prst="rect">
            <a:avLst/>
          </a:prstGeom>
          <a:noFill/>
          <a:ln w="18775">
            <a:solidFill>
              <a:srgbClr val="CBFD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20382" y="3367088"/>
            <a:ext cx="4226719" cy="1014413"/>
          </a:xfrm>
          <a:prstGeom prst="rect">
            <a:avLst/>
          </a:prstGeom>
          <a:noFill/>
          <a:ln w="18785">
            <a:solidFill>
              <a:srgbClr val="CBFD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0975" y="1009650"/>
            <a:ext cx="4226719" cy="1014413"/>
          </a:xfrm>
          <a:prstGeom prst="rect">
            <a:avLst/>
          </a:prstGeom>
          <a:noFill/>
          <a:ln w="18785">
            <a:solidFill>
              <a:srgbClr val="CBFD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663" y="195263"/>
            <a:ext cx="7681913" cy="423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5347"/>
              </a:lnSpc>
              <a:buNone/>
            </a:pPr>
            <a:r>
              <a:rPr lang="en-US" sz="4650" dirty="0">
                <a:solidFill>
                  <a:srgbClr val="CBFD6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СТЭК ТЕХНОЛОГИЙ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392432" y="2898093"/>
            <a:ext cx="2128838" cy="209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2300" b="1" dirty="0">
                <a:solidFill>
                  <a:srgbClr val="CBFD6F">
                    <a:alpha val="99000"/>
                  </a:srgbClr>
                </a:solidFill>
                <a:latin typeface="Arial"/>
                <a:cs typeface="Arial"/>
              </a:rPr>
              <a:t>CSS</a:t>
            </a:r>
          </a:p>
        </p:txBody>
      </p:sp>
      <p:sp>
        <p:nvSpPr>
          <p:cNvPr id="8" name="Text 6"/>
          <p:cNvSpPr/>
          <p:nvPr/>
        </p:nvSpPr>
        <p:spPr>
          <a:xfrm>
            <a:off x="349571" y="3363607"/>
            <a:ext cx="3838573" cy="9286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575"/>
              </a:lnSpc>
            </a:pP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Бешенная</a:t>
            </a: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</a:t>
            </a: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палитра</a:t>
            </a: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и </a:t>
            </a: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более</a:t>
            </a: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3000 </a:t>
            </a: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строчек</a:t>
            </a: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 </a:t>
            </a: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красоты</a:t>
            </a:r>
            <a:r>
              <a:rPr lang="en-US" sz="1100" kern="0" spc="22" dirty="0">
                <a:solidFill>
                  <a:srgbClr val="FFFFFF">
                    <a:alpha val="99000"/>
                  </a:srgbClr>
                </a:solidFill>
                <a:ea typeface="+mn-lt"/>
                <a:cs typeface="+mn-lt"/>
              </a:rPr>
              <a:t>☠️</a:t>
            </a:r>
            <a:endParaRPr lang="en-US" sz="1100" b="1" kern="0" spc="22" dirty="0">
              <a:solidFill>
                <a:srgbClr val="FFFFFF">
                  <a:alpha val="99000"/>
                </a:srgbClr>
              </a:solidFill>
              <a:latin typeface="Arial"/>
              <a:cs typeface="Arial"/>
            </a:endParaRPr>
          </a:p>
          <a:p>
            <a:pPr>
              <a:lnSpc>
                <a:spcPts val="1575"/>
              </a:lnSpc>
            </a:pPr>
            <a:endParaRPr lang="en-US" sz="1100" b="1" kern="0" spc="22" dirty="0">
              <a:solidFill>
                <a:srgbClr val="FFFFFF">
                  <a:alpha val="99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36359" y="2235279"/>
            <a:ext cx="2128838" cy="209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2300" b="1" dirty="0">
                <a:solidFill>
                  <a:srgbClr val="CBFD6F">
                    <a:alpha val="99000"/>
                  </a:srgbClr>
                </a:solidFill>
                <a:latin typeface="Arial"/>
                <a:cs typeface="Arial"/>
              </a:rPr>
              <a:t>Backend</a:t>
            </a:r>
            <a:endParaRPr lang="en-US" sz="2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29216" y="2534198"/>
            <a:ext cx="3324224" cy="2500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575"/>
              </a:lnSpc>
            </a:pPr>
            <a:r>
              <a:rPr lang="en-US" sz="1200" b="1" kern="0" spc="22" dirty="0" err="1">
                <a:solidFill>
                  <a:srgbClr val="F9FAFB"/>
                </a:solidFill>
                <a:ea typeface="Calibri"/>
                <a:cs typeface="Calibri"/>
              </a:rPr>
              <a:t>База</a:t>
            </a:r>
            <a:r>
              <a:rPr lang="en-US" sz="1200" b="1" kern="0" spc="22" dirty="0">
                <a:solidFill>
                  <a:srgbClr val="F9FAFB"/>
                </a:solidFill>
                <a:ea typeface="Calibri"/>
                <a:cs typeface="Calibri"/>
              </a:rPr>
              <a:t> </a:t>
            </a:r>
            <a:r>
              <a:rPr lang="en-US" sz="1200" b="1" kern="0" spc="22" dirty="0" err="1">
                <a:solidFill>
                  <a:srgbClr val="F9FAFB"/>
                </a:solidFill>
                <a:ea typeface="Calibri"/>
                <a:cs typeface="Calibri"/>
              </a:rPr>
              <a:t>данных</a:t>
            </a:r>
            <a:r>
              <a:rPr lang="en-US" sz="1200" b="1" kern="0" spc="22" dirty="0">
                <a:solidFill>
                  <a:srgbClr val="F9FAFB"/>
                </a:solidFill>
                <a:ea typeface="Calibri"/>
                <a:cs typeface="Calibri"/>
              </a:rPr>
              <a:t>: UML by NIKITA</a:t>
            </a:r>
            <a:r>
              <a:rPr lang="en-US" sz="1200" kern="0" spc="22" dirty="0">
                <a:solidFill>
                  <a:srgbClr val="F9FAFB"/>
                </a:solidFill>
                <a:ea typeface="+mn-lt"/>
                <a:cs typeface="+mn-lt"/>
              </a:rPr>
              <a:t>👿</a:t>
            </a:r>
            <a:endParaRPr lang="en-US" sz="1200" b="1" kern="0" spc="22" dirty="0">
              <a:solidFill>
                <a:srgbClr val="F9FAFB"/>
              </a:solidFill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31718" y="3578423"/>
            <a:ext cx="2128838" cy="209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2300" b="1" dirty="0" err="1">
                <a:solidFill>
                  <a:srgbClr val="CBFD6F">
                    <a:alpha val="99000"/>
                  </a:srgbClr>
                </a:solidFill>
                <a:latin typeface="Arial"/>
                <a:cs typeface="Arial"/>
              </a:rPr>
              <a:t>Javascript</a:t>
            </a:r>
          </a:p>
        </p:txBody>
      </p:sp>
      <p:sp>
        <p:nvSpPr>
          <p:cNvPr id="12" name="Text 10"/>
          <p:cNvSpPr/>
          <p:nvPr/>
        </p:nvSpPr>
        <p:spPr>
          <a:xfrm>
            <a:off x="4996012" y="4056162"/>
            <a:ext cx="2609850" cy="15716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575"/>
              </a:lnSpc>
            </a:pPr>
            <a:r>
              <a:rPr lang="en-US" sz="1100" b="1" kern="0" spc="22" dirty="0" err="1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Язык</a:t>
            </a:r>
            <a:r>
              <a:rPr lang="en-US" sz="1100" b="1" kern="0" spc="22" dirty="0">
                <a:solidFill>
                  <a:srgbClr val="FFFFFF">
                    <a:alpha val="99000"/>
                  </a:srgbClr>
                </a:solidFill>
                <a:latin typeface="Arial"/>
                <a:cs typeface="Arial"/>
              </a:rPr>
              <a:t>: Note.js </a:t>
            </a:r>
            <a:r>
              <a:rPr lang="en-US" sz="1100" kern="0" spc="22" dirty="0">
                <a:solidFill>
                  <a:srgbClr val="FFFFFF">
                    <a:alpha val="99000"/>
                  </a:srgbClr>
                </a:solidFill>
                <a:ea typeface="+mn-lt"/>
                <a:cs typeface="+mn-lt"/>
              </a:rPr>
              <a:t>🤯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92311" y="1220986"/>
            <a:ext cx="2128838" cy="209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2674"/>
              </a:lnSpc>
            </a:pPr>
            <a:r>
              <a:rPr lang="en-US" sz="2300" b="1" dirty="0">
                <a:solidFill>
                  <a:srgbClr val="CBFD6F">
                    <a:alpha val="99000"/>
                  </a:srgbClr>
                </a:solidFill>
                <a:latin typeface="Arial"/>
                <a:ea typeface="Calibri"/>
                <a:cs typeface="Arial"/>
              </a:rPr>
              <a:t>Frontend</a:t>
            </a:r>
            <a:endParaRPr lang="en-US" sz="2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9449" y="1641574"/>
            <a:ext cx="3838574" cy="17859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1575"/>
              </a:lnSpc>
            </a:pPr>
            <a:r>
              <a:rPr lang="en-US" sz="1200" kern="0" spc="22" dirty="0" err="1">
                <a:solidFill>
                  <a:srgbClr val="F9FAFB"/>
                </a:solidFill>
                <a:ea typeface="+mn-lt"/>
                <a:cs typeface="+mn-lt"/>
              </a:rPr>
              <a:t>Позволяет</a:t>
            </a:r>
            <a:r>
              <a:rPr lang="en-US" sz="1200" kern="0" spc="22" dirty="0">
                <a:solidFill>
                  <a:srgbClr val="F9FAFB"/>
                </a:solidFill>
                <a:ea typeface="+mn-lt"/>
                <a:cs typeface="+mn-lt"/>
              </a:rPr>
              <a:t> </a:t>
            </a:r>
            <a:r>
              <a:rPr lang="en-US" sz="1200" kern="0" spc="22" dirty="0" err="1">
                <a:solidFill>
                  <a:srgbClr val="F9FAFB"/>
                </a:solidFill>
                <a:ea typeface="+mn-lt"/>
                <a:cs typeface="+mn-lt"/>
              </a:rPr>
              <a:t>разработать</a:t>
            </a:r>
            <a:r>
              <a:rPr lang="en-US" sz="1200" kern="0" spc="22" dirty="0">
                <a:solidFill>
                  <a:srgbClr val="F9FAFB"/>
                </a:solidFill>
                <a:ea typeface="+mn-lt"/>
                <a:cs typeface="+mn-lt"/>
              </a:rPr>
              <a:t> </a:t>
            </a:r>
            <a:r>
              <a:rPr lang="en-US" sz="1200" kern="0" spc="22" dirty="0" err="1">
                <a:solidFill>
                  <a:srgbClr val="F9FAFB"/>
                </a:solidFill>
                <a:ea typeface="+mn-lt"/>
                <a:cs typeface="+mn-lt"/>
              </a:rPr>
              <a:t>приложение</a:t>
            </a:r>
            <a:r>
              <a:rPr lang="en-US" sz="1200" kern="0" spc="22" dirty="0">
                <a:solidFill>
                  <a:srgbClr val="F9FAFB"/>
                </a:solidFill>
                <a:ea typeface="+mn-lt"/>
                <a:cs typeface="+mn-lt"/>
              </a:rPr>
              <a:t> </a:t>
            </a:r>
            <a:r>
              <a:rPr lang="en-US" sz="1200" kern="0" spc="22" dirty="0" err="1">
                <a:solidFill>
                  <a:srgbClr val="F9FAFB"/>
                </a:solidFill>
                <a:ea typeface="+mn-lt"/>
                <a:cs typeface="+mn-lt"/>
              </a:rPr>
              <a:t>под</a:t>
            </a:r>
            <a:r>
              <a:rPr lang="en-US" sz="1200" kern="0" spc="22" dirty="0">
                <a:solidFill>
                  <a:srgbClr val="F9FAFB"/>
                </a:solidFill>
                <a:ea typeface="+mn-lt"/>
                <a:cs typeface="+mn-lt"/>
              </a:rPr>
              <a:t> iOS и Android </a:t>
            </a:r>
            <a:r>
              <a:rPr lang="en-US" sz="1200" kern="0" spc="22" dirty="0" err="1">
                <a:solidFill>
                  <a:srgbClr val="F9FAFB"/>
                </a:solidFill>
                <a:ea typeface="+mn-lt"/>
                <a:cs typeface="+mn-lt"/>
              </a:rPr>
              <a:t>из</a:t>
            </a:r>
            <a:r>
              <a:rPr lang="en-US" sz="1200" kern="0" spc="22" dirty="0">
                <a:solidFill>
                  <a:srgbClr val="F9FAFB"/>
                </a:solidFill>
                <a:ea typeface="+mn-lt"/>
                <a:cs typeface="+mn-lt"/>
              </a:rPr>
              <a:t> </a:t>
            </a:r>
            <a:r>
              <a:rPr lang="en-US" sz="1200" kern="0" spc="22" dirty="0" err="1">
                <a:solidFill>
                  <a:srgbClr val="F9FAFB"/>
                </a:solidFill>
                <a:ea typeface="+mn-lt"/>
                <a:cs typeface="+mn-lt"/>
              </a:rPr>
              <a:t>одной</a:t>
            </a:r>
            <a:r>
              <a:rPr lang="en-US" sz="1200" kern="0" spc="22" dirty="0">
                <a:solidFill>
                  <a:srgbClr val="F9FAFB"/>
                </a:solidFill>
                <a:ea typeface="+mn-lt"/>
                <a:cs typeface="+mn-lt"/>
              </a:rPr>
              <a:t> </a:t>
            </a:r>
            <a:r>
              <a:rPr lang="en-US" sz="1200" kern="0" spc="22" dirty="0" err="1">
                <a:solidFill>
                  <a:srgbClr val="F9FAFB"/>
                </a:solidFill>
                <a:ea typeface="+mn-lt"/>
                <a:cs typeface="+mn-lt"/>
              </a:rPr>
              <a:t>кодовой</a:t>
            </a:r>
            <a:r>
              <a:rPr lang="en-US" sz="1200" kern="0" spc="22" dirty="0">
                <a:solidFill>
                  <a:srgbClr val="F9FAFB"/>
                </a:solidFill>
                <a:ea typeface="+mn-lt"/>
                <a:cs typeface="+mn-lt"/>
              </a:rPr>
              <a:t> </a:t>
            </a:r>
            <a:r>
              <a:rPr lang="en-US" sz="1200" kern="0" spc="22" dirty="0" err="1">
                <a:solidFill>
                  <a:srgbClr val="F9FAFB"/>
                </a:solidFill>
                <a:ea typeface="+mn-lt"/>
                <a:cs typeface="+mn-lt"/>
              </a:rPr>
              <a:t>базы</a:t>
            </a:r>
            <a:r>
              <a:rPr lang="en-US" sz="1200" kern="0" spc="22" dirty="0">
                <a:solidFill>
                  <a:srgbClr val="F9FAFB"/>
                </a:solidFill>
                <a:ea typeface="+mn-lt"/>
                <a:cs typeface="+mn-lt"/>
              </a:rPr>
              <a:t>!🤫</a:t>
            </a:r>
            <a:endParaRPr lang="ru-RU" dirty="0" err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43450" y="957263"/>
            <a:ext cx="4286250" cy="2705100"/>
          </a:xfrm>
          <a:prstGeom prst="rect">
            <a:avLst/>
          </a:prstGeom>
          <a:noFill/>
          <a:ln w="12700">
            <a:solidFill>
              <a:srgbClr val="CBFD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5750" y="1852612"/>
            <a:ext cx="4286250" cy="2705100"/>
          </a:xfrm>
          <a:prstGeom prst="rect">
            <a:avLst/>
          </a:prstGeom>
          <a:noFill/>
          <a:ln w="12700">
            <a:solidFill>
              <a:srgbClr val="CBFD6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388" y="2085975"/>
            <a:ext cx="790575" cy="79057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325" y="1238250"/>
            <a:ext cx="795338" cy="7905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750" y="285750"/>
            <a:ext cx="6834188" cy="423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5347"/>
              </a:lnSpc>
              <a:buNone/>
            </a:pPr>
            <a:r>
              <a:rPr lang="en-US" sz="4650" dirty="0">
                <a:solidFill>
                  <a:srgbClr val="CBFD6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 ПРОДУКТА</a:t>
            </a:r>
            <a:endParaRPr lang="en-US" sz="4650" dirty="0"/>
          </a:p>
        </p:txBody>
      </p:sp>
      <p:sp>
        <p:nvSpPr>
          <p:cNvPr id="7" name="Text 3"/>
          <p:cNvSpPr/>
          <p:nvPr/>
        </p:nvSpPr>
        <p:spPr>
          <a:xfrm>
            <a:off x="4981575" y="3219450"/>
            <a:ext cx="619125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kern="0" spc="22" dirty="0">
                <a:solidFill>
                  <a:srgbClr val="CBFD6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  <p:sp>
        <p:nvSpPr>
          <p:cNvPr id="8" name="Text 4"/>
          <p:cNvSpPr/>
          <p:nvPr/>
        </p:nvSpPr>
        <p:spPr>
          <a:xfrm>
            <a:off x="523875" y="4114800"/>
            <a:ext cx="619125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kern="0" spc="22" dirty="0">
                <a:solidFill>
                  <a:srgbClr val="CBFD6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  <p:sp>
        <p:nvSpPr>
          <p:cNvPr id="9" name="Text 5"/>
          <p:cNvSpPr/>
          <p:nvPr/>
        </p:nvSpPr>
        <p:spPr>
          <a:xfrm>
            <a:off x="285750" y="1238250"/>
            <a:ext cx="3462338" cy="300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kern="0" spc="22" dirty="0">
                <a:solidFill>
                  <a:srgbClr val="FFFFF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ПЛАНЫ ПО РАЗВИТИЮ  И ДОРАБОТКЕ ПРОДУКТА?</a:t>
            </a:r>
            <a:endParaRPr lang="en-US" sz="112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3C49E5-2435-9A13-C66F-4DBAC1582A26}"/>
              </a:ext>
            </a:extLst>
          </p:cNvPr>
          <p:cNvSpPr txBox="1"/>
          <p:nvPr/>
        </p:nvSpPr>
        <p:spPr>
          <a:xfrm>
            <a:off x="477554" y="2011992"/>
            <a:ext cx="2513034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1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AI-аналитика аварийности</a:t>
            </a:r>
            <a:endParaRPr lang="ru-RU" sz="1100" dirty="0">
              <a:solidFill>
                <a:schemeClr val="bg1"/>
              </a:solidFill>
              <a:latin typeface="Arial"/>
              <a:ea typeface="Calibri"/>
              <a:cs typeface="Calibri"/>
            </a:endParaRPr>
          </a:p>
          <a:p>
            <a:endParaRPr lang="ru-RU" sz="1100" dirty="0">
              <a:solidFill>
                <a:schemeClr val="bg1"/>
              </a:solidFill>
              <a:latin typeface="Arial"/>
              <a:ea typeface="Calibri"/>
              <a:cs typeface="Calibri"/>
            </a:endParaRPr>
          </a:p>
          <a:p>
            <a:r>
              <a:rPr lang="ru-RU" sz="11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Интеграция с навигационными системами</a:t>
            </a:r>
            <a:endParaRPr lang="ru-RU" sz="1100" dirty="0">
              <a:solidFill>
                <a:schemeClr val="bg1"/>
              </a:solidFill>
              <a:latin typeface="Arial"/>
              <a:ea typeface="Calibri"/>
              <a:cs typeface="Calibri"/>
            </a:endParaRPr>
          </a:p>
          <a:p>
            <a:endParaRPr lang="ru-RU" sz="1100" dirty="0">
              <a:solidFill>
                <a:schemeClr val="bg1"/>
              </a:solidFill>
              <a:latin typeface="Arial"/>
              <a:ea typeface="Calibri"/>
              <a:cs typeface="Calibri"/>
            </a:endParaRPr>
          </a:p>
          <a:p>
            <a:r>
              <a:rPr lang="ru-RU" sz="11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Чат-бот для консультаций</a:t>
            </a:r>
            <a:endParaRPr lang="ru-RU" sz="1100" dirty="0">
              <a:solidFill>
                <a:schemeClr val="bg1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F697E8-02BA-C942-AECB-822E8D22FD2D}"/>
              </a:ext>
            </a:extLst>
          </p:cNvPr>
          <p:cNvSpPr txBox="1"/>
          <p:nvPr/>
        </p:nvSpPr>
        <p:spPr>
          <a:xfrm>
            <a:off x="4746288" y="1237631"/>
            <a:ext cx="3016325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100" dirty="0" err="1">
                <a:solidFill>
                  <a:schemeClr val="bg1"/>
                </a:solidFill>
                <a:latin typeface="Arial"/>
                <a:ea typeface="+mn-lt"/>
                <a:cs typeface="+mn-lt"/>
              </a:rPr>
              <a:t>Predictive</a:t>
            </a:r>
            <a:r>
              <a:rPr lang="ru-RU" sz="11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 </a:t>
            </a:r>
            <a:r>
              <a:rPr lang="ru-RU" sz="1100" dirty="0" err="1">
                <a:solidFill>
                  <a:schemeClr val="bg1"/>
                </a:solidFill>
                <a:latin typeface="Arial"/>
                <a:ea typeface="+mn-lt"/>
                <a:cs typeface="+mn-lt"/>
              </a:rPr>
              <a:t>analytics</a:t>
            </a:r>
            <a:r>
              <a:rPr lang="ru-RU" sz="11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 для предотвращения ДТП</a:t>
            </a:r>
            <a:endParaRPr lang="ru-RU" sz="1100" dirty="0">
              <a:solidFill>
                <a:schemeClr val="bg1"/>
              </a:solidFill>
              <a:latin typeface="Arial"/>
              <a:ea typeface="Calibri"/>
              <a:cs typeface="Calibri"/>
            </a:endParaRPr>
          </a:p>
          <a:p>
            <a:endParaRPr lang="ru-RU" sz="1100" dirty="0">
              <a:solidFill>
                <a:schemeClr val="bg1"/>
              </a:solidFill>
              <a:latin typeface="Arial"/>
              <a:ea typeface="Calibri"/>
              <a:cs typeface="Calibri"/>
            </a:endParaRPr>
          </a:p>
          <a:p>
            <a:r>
              <a:rPr lang="ru-RU" sz="11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Интеграция с умными светофорами</a:t>
            </a:r>
            <a:endParaRPr lang="ru-RU" sz="1100" dirty="0">
              <a:solidFill>
                <a:schemeClr val="bg1"/>
              </a:solidFill>
              <a:latin typeface="Arial"/>
              <a:ea typeface="Calibri"/>
              <a:cs typeface="Calibri"/>
            </a:endParaRPr>
          </a:p>
          <a:p>
            <a:endParaRPr lang="ru-RU" sz="1100" dirty="0">
              <a:solidFill>
                <a:schemeClr val="bg1"/>
              </a:solidFill>
              <a:latin typeface="Arial"/>
              <a:ea typeface="Calibri"/>
              <a:cs typeface="Calibri"/>
            </a:endParaRPr>
          </a:p>
          <a:p>
            <a:r>
              <a:rPr lang="ru-RU" sz="11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Блокчейн для прозрачности данных</a:t>
            </a:r>
            <a:endParaRPr lang="ru-RU" sz="1100" dirty="0">
              <a:solidFill>
                <a:schemeClr val="bg1"/>
              </a:solidFill>
              <a:latin typeface="Arial"/>
              <a:ea typeface="Calibri"/>
              <a:cs typeface="Calibri"/>
            </a:endParaRPr>
          </a:p>
          <a:p>
            <a:endParaRPr lang="ru-RU" sz="1100" dirty="0">
              <a:solidFill>
                <a:schemeClr val="bg1"/>
              </a:solidFill>
              <a:latin typeface="Arial"/>
              <a:ea typeface="Calibri"/>
              <a:cs typeface="Calibri"/>
            </a:endParaRPr>
          </a:p>
          <a:p>
            <a:r>
              <a:rPr lang="ru-RU" sz="11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VR-тренажеры для водителей</a:t>
            </a:r>
            <a:endParaRPr lang="ru-RU" sz="1100" dirty="0">
              <a:solidFill>
                <a:schemeClr val="bg1"/>
              </a:solidFill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Экран (16:9)</PresentationFormat>
  <Paragraphs>0</Paragraphs>
  <Slides>9</Slides>
  <Notes>9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319</cp:revision>
  <dcterms:created xsi:type="dcterms:W3CDTF">2025-09-27T13:54:55Z</dcterms:created>
  <dcterms:modified xsi:type="dcterms:W3CDTF">2025-09-27T14:59:35Z</dcterms:modified>
</cp:coreProperties>
</file>